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395,428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23,260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5,859/day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3.88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99,612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2)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2)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 2026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822960"/>
                <a:gridCol w="822960"/>
              </a:tblGrid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2026-03-18T13:39:57Z</dcterms:created>
  <dcterms:modified xsi:type="dcterms:W3CDTF">2026-03-18T13:39:57Z</dcterms:modified>
</cp:coreProperties>
</file>