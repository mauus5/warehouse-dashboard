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854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729,345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31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23,527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6,046/day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20,036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20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15,927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3.58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96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134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30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187,450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February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Malachi Burgess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productivity and consistency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safety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daily loading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Positive team leadership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February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Austin Hickox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goals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Exemplary teamwork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February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Donald Lynch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Zero errors in placement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February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Donald Lynch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Leadership and mentorship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49,265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486.57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Malachi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Burgess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49,265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472.57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Jacob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39,233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460.21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Pedro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Lopez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53,720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452.38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Lucas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129.25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57,892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447.91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123.25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54,891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445.36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132.25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56,390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426.39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36,310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424.68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62,868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422.64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54,307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421.80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53,191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415.55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108.25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44,480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410.90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169.25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68,784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406.40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40,865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400.64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119.50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47,865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400.54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36,689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398.79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117.50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45,004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383.01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Jasir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Anderson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22,828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356.69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44,934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327.99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105.75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33,960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321.13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26,565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320.06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43,677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309.22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26,589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292.99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Snipes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86.25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23,876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276.82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35,397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266.14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106.50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27,636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259.49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Dennison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26,703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248.40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7,845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230.74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5,188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259.40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Rasheed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1,717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59.21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19,636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19,889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18,678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10,581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68,784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11,828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22,957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13,783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14,300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62,868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Lucas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7,457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23,845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12,872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13,718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57,892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16,510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14,262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14,669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10,949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56,390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10,118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12,582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16,055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16,136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54,891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19,636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15,257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12,854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6,560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54,307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Pedro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Lopez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7,457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19,673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12,872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13,718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53,720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16,510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11,063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14,669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10,949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53,191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Malachi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Burgess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12,009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13,694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7,138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16,424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49,265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12,009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13,694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7,138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16,424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49,265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10,328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10,926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15,863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10,748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47,865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5,188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13,891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13,666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12,259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45,004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5,120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15,693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12,708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11,413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44,934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19,649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6,335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18,496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44,480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11,773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13,016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10,684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8,204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43,677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5,120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15,693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9,570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10,482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40,865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Jacob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10,328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3,320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15,863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9,722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39,233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10,118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5,746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12,917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7,908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36,689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14,524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8,527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13,259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36,310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8,337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3,166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14,710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9,184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35,397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11,773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9,563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7,117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5,507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33,960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8,310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7,119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2,678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9,529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27,636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Dennison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8,859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6,154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2,161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9,529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26,703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5,737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7,261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2,161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11,430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26,589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5,433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8,420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5,980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6,732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26,565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Snipes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6,482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5,477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5,732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6,185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23,876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Jasir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Anderson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6,068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4,548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9,143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3,069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22,828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Gregory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1,827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Jaylon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126.50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1,652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13.06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188.50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2,369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George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137.50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1,716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12.48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Desmond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Ledell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96.50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1,187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12.30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Thomas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Jones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156.75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1,879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11.99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126.25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168.25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1,783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Makaela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223.75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2,339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Abney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Austin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Hickox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182.25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1,589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2,369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Makaela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2,339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Jones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1,879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Gregory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1,827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1,783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George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1,716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Austin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Hickox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Jaylon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1,589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Desmond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Ledell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Abney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Moved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1,921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Keyton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146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1,681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Donald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Lynch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180.75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1,808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Anthony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Quattlebaum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166.75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1,606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2,022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Gabriel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Cabalbag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161.50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Kyietcha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153.25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Roderick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158.50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Ashley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159.50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7162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Moved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Virgil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Rogers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 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137.50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Lamar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1,526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2,022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1,921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Donald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Lynch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1,808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Keyton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Anthony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Quattlebaum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1,606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Lamar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1,526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Gabriel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Cabalbag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Roderick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Kyietcha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Ashley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Virgil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Rogers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 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Terence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Smith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153.50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4.71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56.52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Bryan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Morant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77.50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344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4.44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53.26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Rodney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Betancourt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201.25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888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52.95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Wayne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153.75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Danielle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Rikard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3.39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40.68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Terrance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Shiver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3.21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38.48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2026-04-01T14:25:02Z</dcterms:created>
  <dcterms:modified xsi:type="dcterms:W3CDTF">2026-04-01T14:25:02Z</dcterms:modified>
</cp:coreProperties>
</file>