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12801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4ECDC4"/>
                </a:solidFill>
              </a:defRPr>
            </a:pPr>
            <a:r>
              <a:t>US5 Warehouse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Key Performance Indicators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ECDC4"/>
                </a:solidFill>
              </a:defRPr>
            </a:pPr>
            <a:r>
              <a:t>Safety &amp; Loader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Days Without OSHA Recordable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0BE881"/>
                </a:solidFill>
              </a:defRPr>
            </a:pPr>
            <a:r>
              <a:t>839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Total Tires Loaded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369,194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6576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87878"/>
                </a:solidFill>
              </a:defRPr>
            </a:pPr>
            <a:r>
              <a:t>16 days tracked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Average Per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23,074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Loaded vs Drop Avg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5,947/day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ECDC4"/>
                </a:solidFill>
              </a:defRPr>
            </a:pPr>
            <a:r>
              <a:t>Warehouse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Pallets Picked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6,232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6576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87878"/>
                </a:solidFill>
              </a:defRPr>
            </a:pPr>
            <a:r>
              <a:t>17 pickers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Pallets Putaway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5,093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5760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87878"/>
                </a:solidFill>
              </a:defRPr>
            </a:pPr>
            <a:r>
              <a:t>16 staff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Late 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0BE881"/>
                </a:solidFill>
              </a:defRPr>
            </a:pPr>
            <a: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Average Roll 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0.21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ECDC4"/>
                </a:solidFill>
              </a:defRPr>
            </a:pPr>
            <a:r>
              <a:t>Additional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Average Bins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Max Bins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134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Min Bins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Loaded vs Drop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95,166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ECDC4"/>
                </a:solidFill>
              </a:defRPr>
            </a:pPr>
            <a:r>
              <a:t>Employee of the Month -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Loader of the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0BE881"/>
                </a:solidFill>
              </a:defRPr>
            </a:pPr>
            <a:r>
              <a:t>Malachi Burgess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8288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1031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Picker of the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7432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0BE881"/>
                </a:solidFill>
              </a:defRPr>
            </a:pPr>
            <a:r>
              <a:t>Austin Hickox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572000"/>
            <a:ext cx="5943600" cy="2286000"/>
          </a:xfrm>
          <a:prstGeom prst="rect">
            <a:avLst/>
          </a:prstGeom>
          <a:solidFill>
            <a:srgbClr val="282846"/>
          </a:solidFill>
          <a:ln w="381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84632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A0A0A0"/>
                </a:solidFill>
              </a:defRPr>
            </a:pPr>
            <a:r>
              <a:t>Putaway of the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5486400"/>
            <a:ext cx="5394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0BE881"/>
                </a:solidFill>
              </a:defRPr>
            </a:pPr>
            <a:r>
              <a:t>Donald Lynch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