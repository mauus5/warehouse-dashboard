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628,189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27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23,266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4,937/day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2,122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14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1,609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13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133,315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