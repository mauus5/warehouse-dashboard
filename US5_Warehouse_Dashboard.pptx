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426,987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23,721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6,039/day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108,713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3)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3)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(3 of 3)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2)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2)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16.53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14.66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175.89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141.9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133.57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119.03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(1 of 2)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(2 of 2)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144.54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139.83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112.64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111.87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85.81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79.76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2026-03-19T13:50:44Z</dcterms:created>
  <dcterms:modified xsi:type="dcterms:W3CDTF">2026-03-19T13:50:44Z</dcterms:modified>
</cp:coreProperties>
</file>