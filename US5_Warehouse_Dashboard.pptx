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4ECDC4"/>
                </a:solidFill>
              </a:rPr>
              <a:t>US5 Warehouse Dashboard</a:t>
            </a:r>
            <a:endParaRPr lang="en-US" sz="6000" dirty="0"/>
          </a:p>
        </p:txBody>
      </p:sp>
      <p:sp>
        <p:nvSpPr>
          <p:cNvPr id="3" name="Text 1"/>
          <p:cNvSpPr/>
          <p:nvPr/>
        </p:nvSpPr>
        <p:spPr>
          <a:xfrm>
            <a:off x="914400" y="320040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</a:rPr>
              <a:t>Key Performance Indicators</a:t>
            </a:r>
            <a:endParaRPr lang="en-US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Safety &amp; Loader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Days Without OSHA Recordable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841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Total Tires Loaded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426,987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18 days tracked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Per Day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23,721</a:t>
            </a:r>
            <a:endParaRPr lang="en-US" sz="4200" dirty="0"/>
          </a:p>
        </p:txBody>
      </p:sp>
      <p:sp>
        <p:nvSpPr>
          <p:cNvPr id="13" name="Shape 11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Avg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6,039/day</a:t>
            </a:r>
            <a:endParaRPr lang="en-US" sz="4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Warehouse Operations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Picked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6,232</a:t>
            </a:r>
            <a:endParaRPr lang="en-US" sz="4200" dirty="0"/>
          </a:p>
        </p:txBody>
      </p:sp>
      <p:sp>
        <p:nvSpPr>
          <p:cNvPr id="6" name="Text 4"/>
          <p:cNvSpPr/>
          <p:nvPr/>
        </p:nvSpPr>
        <p:spPr>
          <a:xfrm>
            <a:off x="10972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17 pickers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Pallets Putaway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5,093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5212080" y="27432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8080"/>
                </a:solidFill>
              </a:rPr>
              <a:t>16 staff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Late Loads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0</a:t>
            </a:r>
            <a:endParaRPr lang="en-US" sz="42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Roll Over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3.71</a:t>
            </a:r>
            <a:endParaRPr lang="en-US" sz="4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Additional Metrics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Average Bins Available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111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Max Bins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134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Min Bins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90</a:t>
            </a:r>
            <a:endParaRPr lang="en-US" sz="4200" dirty="0"/>
          </a:p>
        </p:txBody>
      </p:sp>
      <p:sp>
        <p:nvSpPr>
          <p:cNvPr id="12" name="Shape 10"/>
          <p:cNvSpPr/>
          <p:nvPr/>
        </p:nvSpPr>
        <p:spPr>
          <a:xfrm>
            <a:off x="50292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120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Loaded vs Drop Total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2120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FFFFF"/>
                </a:solidFill>
              </a:rPr>
              <a:t>108,713</a:t>
            </a:r>
            <a:endParaRPr lang="en-US" sz="4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ECDC4"/>
                </a:solidFill>
              </a:rPr>
              <a:t>Employee of the Month - February 2026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9144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972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Loader of the Month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972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Malachi Burgess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5029200" y="137160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12080" y="15544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Picker of the Month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212080" y="210312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Austin Hickox</a:t>
            </a:r>
            <a:endParaRPr lang="en-US" sz="4200" dirty="0"/>
          </a:p>
        </p:txBody>
      </p:sp>
      <p:sp>
        <p:nvSpPr>
          <p:cNvPr id="9" name="Shape 7"/>
          <p:cNvSpPr/>
          <p:nvPr/>
        </p:nvSpPr>
        <p:spPr>
          <a:xfrm>
            <a:off x="914400" y="3474720"/>
            <a:ext cx="3657600" cy="1645920"/>
          </a:xfrm>
          <a:prstGeom prst="rect">
            <a:avLst/>
          </a:prstGeom>
          <a:solidFill>
            <a:srgbClr val="283846"/>
          </a:solidFill>
          <a:ln w="2540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0" y="365760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A0A0A0"/>
                </a:solidFill>
              </a:rPr>
              <a:t>Putaway of the Month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097280" y="4206240"/>
            <a:ext cx="3291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BE881"/>
                </a:solidFill>
              </a:rPr>
              <a:t>Donald Lynch</a:t>
            </a:r>
            <a:endParaRPr lang="en-US" sz="4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(1 of 2)</a:t>
            </a:r>
            <a:endParaRPr lang="en-US" sz="2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480.43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5765.16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465.21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5582.55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5381.16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446.57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5358.82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443.84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5326.05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440.87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5290.48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5256.43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5241.74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434.45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5213.4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432.11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5185.34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423.85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418.8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5025.58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4955.22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412.27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4947.26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4850.14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4778.84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398.17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4777.99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378.42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4541.02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Efficiency - March 2026 (2 of 2)</a:t>
            </a:r>
            <a:endParaRPr lang="en-US" sz="26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731520"/>
          <a:ext cx="8412480" cy="42976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Hours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 Tires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Tires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346.88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4162.6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337.33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4047.94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334.72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4016.63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322.16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3865.95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3813.69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271.8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3261.55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265.27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3183.18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3174.56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260.41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3124.86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2291.05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210.6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1976.38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Rasheed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1144.67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619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(1 of 2)</a:t>
            </a:r>
            <a:endParaRPr lang="en-US" sz="2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Orji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Kalu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39525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34893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Alexander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Cruz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34785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Lucas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31302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Juan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Estrada Suarez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14262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Fermin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Flores Trejo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16510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Pedro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Lopez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27130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Yoslandy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Perez-Garcia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Malachi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Burgess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Rhone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12009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13694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25703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Erik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Gonzalez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13016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24789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Pulido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22700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Ernest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Curry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9563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Levonta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Grooms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21254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Stanley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Loader Totals (2 of 2)</a:t>
            </a:r>
            <a:endParaRPr lang="en-US" sz="26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  <a:gridCol w="1074420"/>
              </a:tblGrid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Bralen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Keisler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15693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20813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Malcolm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19649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Sekwan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Jenkins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19079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Steven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7845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Denzell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Kitching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15864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Pierce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15429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Alton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Dennison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15013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Whitt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Mayes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Jacob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10328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13648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12998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Snipes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Gonder Jr.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Jasir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Anderson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860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(1 of 2)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64.5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16.53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198.33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14.66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175.89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164.88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152.59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72.75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145.48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141.9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133.57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Efficiency - March 2026 (2 of 2)</a:t>
            </a:r>
            <a:endParaRPr lang="en-US" sz="26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Picked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119.03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115.7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123.5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106.59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96.51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78.21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069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(1 of 2)</a:t>
            </a:r>
            <a:endParaRPr lang="en-US" sz="26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Makaela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1097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Jaylon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Trynatee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Douse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Gregory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Austin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Hickox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Zavius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Calloway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George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Harris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Thomas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Jones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Jaren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Martinez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Picker Totals 2026 (2 of 2)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  <a:gridCol w="102870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Johnathan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Ermel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Armando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Avalos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Travis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Abney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David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Kearse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Joshua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Threatt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Akeem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Bouknight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Desmond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Ledell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Bendrix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Hook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(1 of 2)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12.04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144.54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139.83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138.74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93.25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10.49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125.86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80.75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112.64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9.32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111.87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9.19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110.31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71.75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8.22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98.68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Efficiency - March 2026 (2 of 2)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731520"/>
          <a:ext cx="8229600" cy="4297680"/>
        </p:xfrm>
        <a:graphic>
          <a:graphicData uri="http://schemas.openxmlformats.org/drawingml/2006/table">
            <a:tbl>
              <a:tblPr/>
              <a:tblGrid>
                <a:gridCol w="1175657"/>
                <a:gridCol w="1175657"/>
                <a:gridCol w="1175657"/>
                <a:gridCol w="1175657"/>
                <a:gridCol w="1175657"/>
                <a:gridCol w="1175657"/>
                <a:gridCol w="1175657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Moved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90.44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7.15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85.81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81.86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79.82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100.5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6.65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79.76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77.75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54.64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#DIV/0!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(1 of 2)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Donald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Lynch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495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1072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Silvia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Carias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674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978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Patrick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Roderick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Myles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Dakota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Grubbs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Keyton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377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433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Anthony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Quattlebaum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763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Gabriel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Cabalbag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296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462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Lamar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Washington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735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Putaway Totals March 2026 (2 of 2)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731520"/>
          <a:ext cx="8595360" cy="4297680"/>
        </p:xfrm>
        <a:graphic>
          <a:graphicData uri="http://schemas.openxmlformats.org/drawingml/2006/table">
            <a:tbl>
              <a:tblPr/>
              <a:tblGrid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  <a:gridCol w="955040"/>
              </a:tblGrid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 Name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1: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2: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3: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4: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Week 5: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Totals MTD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Tyreak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Rogers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246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Kyietcha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Brown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200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Ashley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Fuller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193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Virgil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Calvin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573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William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Butler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340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229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Michael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Orta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442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Daquan 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Adams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354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</a:rPr>
              <a:t>Bin Maker/Cons Efficiency - March 2026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0" y="731520"/>
          <a:ext cx="6400800" cy="429768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914400"/>
                <a:gridCol w="914400"/>
                <a:gridCol w="914400"/>
                <a:gridCol w="914400"/>
                <a:gridCol w="914400"/>
              </a:tblGrid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Rank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First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Last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Hours Worked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Moves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Pallets / hr.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12 hr. Projection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E50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Bryan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Morant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41.25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210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61.09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Terence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Smith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84.25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385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4.57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54.84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Wayne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Amerson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86.25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390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4.52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54.26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Rodney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Betancourt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83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316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3.81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45.69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Danielle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Rikard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75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42.56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Terrance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Shiver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88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268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3.05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</a:rPr>
                        <a:t>36.55</a:t>
                      </a:r>
                      <a:endParaRPr lang="en-US" sz="9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Warehouse Dashboard</dc:title>
  <dc:subject>PptxGenJS Presentation</dc:subject>
  <dc:creator>US5 Warehouse</dc:creator>
  <cp:lastModifiedBy>US5 Warehouse</cp:lastModifiedBy>
  <cp:revision>1</cp:revision>
  <dcterms:created xsi:type="dcterms:W3CDTF">2026-03-19T13:32:04Z</dcterms:created>
  <dcterms:modified xsi:type="dcterms:W3CDTF">2026-03-19T13:32:04Z</dcterms:modified>
</cp:coreProperties>
</file>