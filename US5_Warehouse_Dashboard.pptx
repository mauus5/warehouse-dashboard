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707,287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30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23,576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6,038/day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3.58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181,155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498.08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5,976.91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5,860.10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477.69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5,732.25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5,520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439.58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5,274.99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5,222.54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426.04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5,112.42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425.97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5,111.61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5,081.72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422.81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5,073.78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5,052.27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4,908.03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4,897.62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4,884.17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4,797.32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4,747.38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4,516.55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4,272.22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3,943.65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3,935.86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3,817.72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3,718.69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3,292.18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3,204.41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3,091.46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3,083.19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3,075.94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2026-03-31T13:54:58Z</dcterms:created>
  <dcterms:modified xsi:type="dcterms:W3CDTF">2026-03-31T13:54:58Z</dcterms:modified>
</cp:coreProperties>
</file>