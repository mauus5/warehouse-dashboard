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849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606,581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26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23,330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5,687/day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20,036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20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15,927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3.68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98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134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30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147,883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February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Malachi Burgess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productivity and consistency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safety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daily loading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Positive team leadership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February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Austin Hickox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goals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Exemplary teamwork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February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Donald Lynch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Zero errors in placement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February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Donald Lynch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Leadership and mentorship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29,511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498.08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5,976.91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32,841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488.34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5,860.10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32,841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477.69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5,732.25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84.25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38,755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5,520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40,002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439.58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5,274.99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101.50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44,174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435.21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5,222.54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105.75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45,441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429.70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5,156.43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48,568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426.04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5,112.42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25,984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425.97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5,111.61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112.75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47,747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423.48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5,081.72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94.50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39,956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422.81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5,073.78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23,051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421.02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5,052.27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37,117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409.00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4,908.03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103.50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42,242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408.14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4,897.62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58,203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407.01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4,884.17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30,383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4,797.32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72.75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28,781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395.62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4,747.38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32,745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376.38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4,516.55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356.02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4,272.22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33,521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328.64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3,943.65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86.75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28,453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3,935.86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111.50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35,473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318.14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3,817.72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19,833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309.89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3,718.69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274.35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3,292.18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17,691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267.03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3,204.41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26,213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257.62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3,091.46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15,159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256.93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3,083.19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256.33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3,075.94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7,845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210.60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2,527.25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5,188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164.70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1,976.38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Rasheed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1,717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95.39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1,144.67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- March 2026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19,636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19,889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18,678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58,203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11,828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22,957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13,783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48,568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19,636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15,257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12,854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47,747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16,510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14,262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14,669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45,441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7,457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23,845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12,872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16,510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11,063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14,669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42,242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7,457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19,673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12,872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40,002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12,032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14,141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13,783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39,956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12,582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16,055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38,755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10,328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10,926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15,863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37,117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- March 2026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11,773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13,016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10,684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35,473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5,120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15,693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12,708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33,521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12,009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13,694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7,138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12,009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13,694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7,138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5,188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13,891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13,666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32,745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5,120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15,693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9,570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30,383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10,328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3,320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15,863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29,511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12,917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28,781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11,773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9,563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7,117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28,453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8,337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14,710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26,213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- March 2026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19,649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6,335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25,984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8,527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23,051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5,433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8,420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5,980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19,833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6,068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4,548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9,143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8,310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7,119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2,678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6,482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5,477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17,691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8,859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6,154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2,161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7,261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2,161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15,159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- March 2026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104.50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1,601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1,162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121.50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1,471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- March 2026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102.50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136.50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180.50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- March 2026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Makaela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Culler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797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300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595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1692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1,471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- March 2026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Makaela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Culler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797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300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595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1692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- March 2026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Moved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1,319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Silvia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Carias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1,209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1,255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Donald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Lynch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142.75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1,370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- March 2026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Moved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Ashley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 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- March 2026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Donald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Lynch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Silvia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Carias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- March 2026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Ashley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 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 - March 2026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Bryan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Morant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5.09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61.09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Betancourt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57.77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Terence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56.90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Wayne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Amerson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52.40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Danielle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Rikard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37.33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2026-03-27T12:44:56Z</dcterms:created>
  <dcterms:modified xsi:type="dcterms:W3CDTF">2026-03-27T12:44:56Z</dcterms:modified>
</cp:coreProperties>
</file>