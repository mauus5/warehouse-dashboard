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4ECDC4"/>
                </a:solidFill>
              </a:rPr>
              <a:t>MAU US5 Warehouse Dashboard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914400" y="32004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Key Performance Indicators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Safety &amp; Loader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Days Without OSHA Recordable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852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Total Tires Loaded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678,923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29 days tracked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Per Day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23,411</a:t>
            </a:r>
            <a:endParaRPr lang="en-US" sz="4200" dirty="0"/>
          </a:p>
        </p:txBody>
      </p:sp>
      <p:sp>
        <p:nvSpPr>
          <p:cNvPr id="13" name="Shape 11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Avg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5,863/day</a:t>
            </a:r>
            <a:endParaRPr lang="en-US" sz="4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Warehouse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Picked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20,036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0972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20 pickers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Putaway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15,927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17 staff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Late Loads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0</a:t>
            </a:r>
            <a:endParaRPr lang="en-US" sz="4200" dirty="0"/>
          </a:p>
        </p:txBody>
      </p:sp>
      <p:sp>
        <p:nvSpPr>
          <p:cNvPr id="14" name="Shape 12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Roll Over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3.58</a:t>
            </a:r>
            <a:endParaRPr lang="en-US" sz="4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Additional Metrics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Bins Available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96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Max Bins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134</a:t>
            </a:r>
            <a:endParaRPr lang="en-US" sz="4200" dirty="0"/>
          </a:p>
        </p:txBody>
      </p:sp>
      <p:sp>
        <p:nvSpPr>
          <p:cNvPr id="9" name="Shape 7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Min Bins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30</a:t>
            </a:r>
            <a:endParaRPr lang="en-US" sz="4200" dirty="0"/>
          </a:p>
        </p:txBody>
      </p:sp>
      <p:sp>
        <p:nvSpPr>
          <p:cNvPr id="12" name="Shape 10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Total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170,041</a:t>
            </a:r>
            <a:endParaRPr lang="en-US" sz="4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Loader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February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Malachi Burgess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Exceptional productivity and consistency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Maintained safety standards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Exceeded daily loading targets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Positive team leadership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Picker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February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Austin Hickox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picking accuracy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Exceeded productivity goals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Exemplary teamwork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Maintained quality standards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Putaway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February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Donald Lynch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Superior putaway efficiency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Zero errors in placement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Consistent high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Excellent organization skills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🌟 Employee of the Month 🌟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February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Donald Lynch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overall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Exceptional work ethic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Leadership and mentorship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Commitment to excellence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- March 2026 (1 of 3)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12 HR. Projection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Jacob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Lyles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59.25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29,511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498.08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5,976.91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William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Rhone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67.25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32,841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488.34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5,860.10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Malachi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Burgess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68.75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32,841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477.69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5,732.25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Jose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Pulido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84.25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38,755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5,520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Pedro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Lopez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40,002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439.58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5,274.99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Lucas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Juarez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101.50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44,174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435.21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5,222.54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Juan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Estrada Suarez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105.75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45,441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429.70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5,156.43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Alexander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Cruz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48,568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426.04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5,112.42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Malcolm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Davis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25,984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425.97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5,111.61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Carlos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Martinez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112.75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47,747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423.48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5,081.72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Yoslandy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Perez-Garcia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94.50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39,956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422.81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5,073.78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Travis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Whitt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54.75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23,051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421.02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5,052.27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- March 2026 (2 of 3)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12 HR. Projection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Levonta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Grooms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90.75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37,117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409.00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4,908.03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Fermin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Flores Trejo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103.50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42,242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408.14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4,897.62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Orji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Kalu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58,203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407.01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4,884.17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Bralen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Keisler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30,383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399.78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4,797.32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Denzell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Kitching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72.75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28,781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395.62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4,747.38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Sekwan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Jenkins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32,745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376.38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4,516.55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Jasir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Anderson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55.50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19,759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356.02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4,272.22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Stanley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Green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33,521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328.64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3,943.65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Ernest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Curry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86.75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28,453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327.99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3,935.86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Erik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Gonzalez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111.50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35,473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318.14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3,817.72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Mayes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19,833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309.89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3,718.69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Pierce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18,107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274.35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3,292.18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- March 2026 (3 of 3)</a:t>
            </a:r>
            <a:endParaRPr lang="en-US" sz="2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12 HR. Projection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Mariel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Snipes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66.25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17,691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267.03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3,204.41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Gonder Jr.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101.75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26,213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257.62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3,091.46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15,159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256.93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3,083.19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Alton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Dennison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17,174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256.33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3,075.94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Steven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Brown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7,845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210.60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2,527.25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Sekwan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Jenkins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5,188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164.70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1,976.38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Rasheed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Harris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1,717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95.39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1,144.67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- March 2026 (1 of 3)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Orji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Kalu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19,636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19,889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18,678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58,203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Alexander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Cruz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11,828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22,957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13,783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48,568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Carlos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Martinez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19,636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15,257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12,854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47,747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Juan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Estrada Suarez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16,510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14,262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14,669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45,441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Lucas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Juarez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7,457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23,845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12,872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44,174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Fermin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Flores Trejo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16,510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11,063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14,669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42,242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Pedro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Lopez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7,457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19,673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12,872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40,002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Yoslandy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Perez-Garcia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12,032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14,141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13,783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39,956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Pulido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10,118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12,582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16,055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38,755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Levonta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Grooms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10,328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10,926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15,863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37,117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- March 2026 (2 of 3)</a:t>
            </a:r>
            <a:endParaRPr lang="en-US" sz="2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Erik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Gonzalez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11,773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13,016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10,684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35,473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Stanley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Green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5,120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15,693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12,708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33,521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Malachi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Burgess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12,009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13,694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7,138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32,841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Rhone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12,009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13,694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7,138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32,841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Sekwan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Jenkins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5,188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13,891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13,666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32,745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Bralen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Keisler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5,120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15,693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9,570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30,383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Jacob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Lyles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10,328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3,320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15,863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29,511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Denzell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Kitching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10,118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5,746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12,917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28,781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Ernest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Curry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11,773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9,563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7,117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28,453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Gonder Jr.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8,337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3,166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14,710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26,213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- March 2026 (3 of 3)</a:t>
            </a:r>
            <a:endParaRPr lang="en-US" sz="2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Malcolm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19,649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6,335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25,984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Travis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Whitt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14,524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8,527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23,051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Mayes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5,433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8,420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5,980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19,833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Jasir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Anderson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6,068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4,548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9,143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19,759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Pierce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8,310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7,119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2,678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18,107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Mariel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Snipes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6,482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5,477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5,732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17,691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Alton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Dennison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8,859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6,154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2,161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17,174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5,737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7,261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2,161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15,159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Efficiency - March 2026 (1 of 2)</a:t>
            </a:r>
            <a:endParaRPr lang="en-US" sz="2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Picked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Trynatee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Douse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97.25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1,484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Gregory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Brown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104.50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1,420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Jaylon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Williams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108.25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1,449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Zavius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Calloway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128.25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1,601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George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Harris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95.25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1,162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Thomas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Jones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121.50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1,471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Desmond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Ledell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74.25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888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Travis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Abney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904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Joshua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Threatt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Bouknight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104.25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1,090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Efficiency - March 2026 (2 of 2)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Picked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Bendrix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Hook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114.75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1,159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Armando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Avalos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85.75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853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Austin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Hickox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136.25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1,305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Johnathan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Ermel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102.50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Jaren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Martinez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136.50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1,282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Makaela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Culler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180.50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1,692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David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Kearse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89.75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642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Totals - March 2026 (1 of 2)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Makaela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Culler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797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595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1,692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Zavius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Calloway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1,601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Trynatee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Douse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709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1,484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Thomas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Jones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689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1,471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Jaylon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367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1,449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Gregory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Brown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987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1,420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Austin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Hickox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1,305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Jaren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Martinez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540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1,282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George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Harris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592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1,162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Totals - March 2026 (2 of 2)</a:t>
            </a:r>
            <a:endParaRPr lang="en-US" sz="2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Bendrix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Hook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1,159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Bouknight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654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1,090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Johnathan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Ermel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336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Travis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Abney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904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Desmond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Ledell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464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888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Armando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Avalos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853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Joshua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Threatt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David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Kearse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642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Efficiency - March 2026 (1 of 2)</a:t>
            </a:r>
            <a:endParaRPr lang="en-US" sz="26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Moved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Dakota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Grubbs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1,416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Keyton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Washington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1,319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Silvia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Carias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117.25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1,209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Roderick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Myles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1,255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Donald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Lynch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142.75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1,370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Anthony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Quattlebaum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130.75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1,233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Patrick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Ames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158.25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1,434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Gabriel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Cabalbag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115.25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984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Kyietcha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Brown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Efficiency - March 2026 (2 of 2)</a:t>
            </a:r>
            <a:endParaRPr lang="en-US" sz="2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Moved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Ashley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Fuller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901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Butler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Virgil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Calvin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Tyreak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Rogers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112.25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Lamar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Washington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1,074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Daquan 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Adams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101.75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597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Totals - March 2026 (1 of 2)</a:t>
            </a:r>
            <a:endParaRPr lang="en-US" sz="2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 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5: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Patrick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Ames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555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588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1,434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Dakota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Grubbs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598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1,416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Donald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Lynch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577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495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1,370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Keyton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Washington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509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1,319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Roderick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Myles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1,255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Anthony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Quattlebaum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470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1,233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Silvia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Carias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1,209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Lamar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Washington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339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1,074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Totals - March 2026 (2 of 2)</a:t>
            </a:r>
            <a:endParaRPr lang="en-US" sz="2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 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5: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Gabriel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Cabalbag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462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226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984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Ashley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Fuller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901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Kyietcha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Brown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Virgil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Calvin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284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Tyreak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Rogers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246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Butler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229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Daquan 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Adams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284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597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Bin Maker/Cons Efficiency - March 2026</a:t>
            </a:r>
            <a:endParaRPr lang="en-US" sz="26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Moves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12 hr. Projection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Bryan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Morant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41.25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5.09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61.09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Rodney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Betancourt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141.25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680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4.81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57.77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Terence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Smith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130.75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4.74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56.90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Wayne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Amerson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109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476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4.37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52.40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Danielle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Rikard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3.32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39.87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Terrance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Shiver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160.75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3.11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37.33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MAU US5 Warehouse Dashboard</dc:title>
  <dc:subject>PptxGenJS Presentation</dc:subject>
  <dc:creator>MAU US5 Warehouse</dc:creator>
  <cp:lastModifiedBy>MAU US5 Warehouse</cp:lastModifiedBy>
  <cp:revision>1</cp:revision>
  <dcterms:created xsi:type="dcterms:W3CDTF">2026-03-30T12:55:41Z</dcterms:created>
  <dcterms:modified xsi:type="dcterms:W3CDTF">2026-03-30T12:55:41Z</dcterms:modified>
</cp:coreProperties>
</file>