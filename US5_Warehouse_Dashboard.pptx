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426,987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23,721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6,039/day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108,713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2)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2)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645920"/>
                <a:gridCol w="1097280"/>
                <a:gridCol w="1097280"/>
                <a:gridCol w="1097280"/>
                <a:gridCol w="1463040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(1 of 2)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(2 of 2)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463040"/>
                <a:gridCol w="1188720"/>
                <a:gridCol w="1188720"/>
                <a:gridCol w="1188720"/>
                <a:gridCol w="1188720"/>
                <a:gridCol w="91440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(1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822960"/>
                <a:gridCol w="82296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(2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  <a:gridCol w="1097280"/>
                <a:gridCol w="1097280"/>
                <a:gridCol w="1097280"/>
                <a:gridCol w="1097280"/>
                <a:gridCol w="822960"/>
                <a:gridCol w="82296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188720"/>
                <a:gridCol w="1188720"/>
                <a:gridCol w="914400"/>
                <a:gridCol w="914400"/>
                <a:gridCol w="128016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2026-03-19T13:19:53Z</dcterms:created>
  <dcterms:modified xsi:type="dcterms:W3CDTF">2026-03-19T13:19:53Z</dcterms:modified>
</cp:coreProperties>
</file>