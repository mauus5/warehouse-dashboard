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ECDC4"/>
                </a:solidFill>
              </a:rPr>
              <a:t>MAU @ Michelin US5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E881"/>
                </a:solidFill>
              </a:rPr>
              <a:t>PIV Operator Rules of the Road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PIV inspections must be done at the start of every shift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Notify MAU Supervisor if any item knocks lift out of service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Seatbelts MANDATORY at all times while operating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DO NOT use monitor, I-Warehouse, or radios while moving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Lifts must be stationary when using equipment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IMMEDIATELY notify MAU Supervisor of ANY incident or accident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Supervisor will notify Michelin personnel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Always use three-point method for entering/exiting vehicles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When parking a forklift, you must ALWAYS: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Lower the load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Set the parking brake</a:t>
            </a:r>
            <a:endParaRPr lang="en-US" sz="15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Place vehicle in Neutral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ECDC4"/>
                </a:solidFill>
              </a:rPr>
              <a:t>MAU @ Michelin US5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E881"/>
                </a:solidFill>
              </a:rPr>
              <a:t>PIV Operator Rules of the Road (continued)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Safe distance guidelines around pedestrians: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Minimum 10' if NO eye contact made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Minimum 6' if eye contact made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Minimum 3' even when speaking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Operate only in approved aisleways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- Never drive through pedestrian aisles or cut corners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Maintain THREE-TRUCK-LENGTH distance when following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NEVER pass another moving vehicle going same direction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Use horn at: intersections, doorways, corners, congested areas, 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  pedestrians, and marked hazard areas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Tipper lifts: NEVER tip or lower reel while moving - STOP FIRST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DO NOT leave running lift unattended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Tag out any PIV if lights, horn, or safety system is inoperative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Check path behind (both shoulders) before reversing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ONLY WATER allowed on lift while operating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Keep forks 4" to 6" off floor when traveling</a:t>
            </a: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endParaRPr lang="en-US" sz="15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• High visibility t-shirts or vests REQUIRED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849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606,581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23,330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5,687/day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3.68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147,883</a:t>
            </a:r>
            <a:endParaRPr lang="en-US" sz="4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Malachi Burgess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productivity and consistency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safety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daily loading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Positive team leadership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Austin Hickox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goals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Exemplary teamwork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Zero errors in placement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Leadership and mentorship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498.08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5,976.91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5,860.10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477.69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5,732.25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5,520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439.58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5,274.99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5,222.54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426.04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5,112.42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425.97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5,111.61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5,081.72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422.81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5,073.78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5,052.27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4,908.03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4,897.62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4,884.17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4,797.32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4,747.38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4,516.55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4,272.22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3,943.65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3,935.86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3,817.72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3,718.69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3,292.18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3,204.41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3,091.46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3,083.19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3,075.94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(1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(2 of 3)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(3 of 3)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(1 of 2)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(2 of 2)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2026-03-27T16:20:59Z</dcterms:created>
  <dcterms:modified xsi:type="dcterms:W3CDTF">2026-03-27T16:20:59Z</dcterms:modified>
</cp:coreProperties>
</file>