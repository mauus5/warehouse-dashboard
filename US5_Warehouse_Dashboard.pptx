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443,399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23,336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6,191/day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117,645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(1 of 2)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(2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(1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(2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2026-03-20T15:12:58Z</dcterms:created>
  <dcterms:modified xsi:type="dcterms:W3CDTF">2026-03-20T15:12:58Z</dcterms:modified>
</cp:coreProperties>
</file>