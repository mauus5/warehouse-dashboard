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840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395,428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23,260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5,859/day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6,232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5,093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3.88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99,612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Employee of the Month - February 2026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Loader of the Month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Malachi Burgess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Picker of the Month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Austin Hickox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Putaway of the Month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Donald Lynch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2)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645920"/>
                <a:gridCol w="1097280"/>
                <a:gridCol w="1097280"/>
                <a:gridCol w="1097280"/>
                <a:gridCol w="1463040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480.43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5765.16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465.21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5582.55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448.43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5381.16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446.57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5358.82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443.84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5326.05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440.87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5290.48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438.04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5256.43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5241.74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434.45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5213.4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432.11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5185.34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423.85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5086.25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418.8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5025.58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412.93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4955.22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412.27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4947.26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404.18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4850.14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398.24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4778.84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398.17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4777.99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378.42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4541.02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2)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645920"/>
                <a:gridCol w="1097280"/>
                <a:gridCol w="1097280"/>
                <a:gridCol w="1097280"/>
                <a:gridCol w="1463040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346.88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4162.6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337.33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4047.94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334.72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4016.63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322.16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3865.95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317.81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3813.69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271.8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3261.55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265.27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3183.18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264.55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3174.56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260.41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3124.86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190.92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2291.05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210.6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164.7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1976.38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1144.67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2)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14262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13016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2)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16.53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198.33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14.66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175.89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164.88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145.48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141.9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133.57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119.03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115.7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123.5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465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 2026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144.54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139.83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112.64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111.87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98.68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85.81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79.76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1371600"/>
                <a:gridCol w="1097280"/>
                <a:gridCol w="1097280"/>
                <a:gridCol w="1097280"/>
                <a:gridCol w="1097280"/>
                <a:gridCol w="822960"/>
                <a:gridCol w="822960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731520"/>
          <a:ext cx="6400800" cy="429768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188720"/>
                <a:gridCol w="1188720"/>
                <a:gridCol w="914400"/>
                <a:gridCol w="914400"/>
                <a:gridCol w="1280160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Bryan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Morant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Betancourt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45.69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Dashboard</dc:title>
  <dc:subject>PptxGenJS Presentation</dc:subject>
  <dc:creator>US5 Warehouse</dc:creator>
  <cp:lastModifiedBy>US5 Warehouse</cp:lastModifiedBy>
  <cp:revision>1</cp:revision>
  <dcterms:created xsi:type="dcterms:W3CDTF">2026-03-19T12:54:13Z</dcterms:created>
  <dcterms:modified xsi:type="dcterms:W3CDTF">2026-03-19T12:54:13Z</dcterms:modified>
</cp:coreProperties>
</file>