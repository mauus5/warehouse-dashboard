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840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395,428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23,260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5,859/day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6,232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5,093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3.88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112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134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99,612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Employee of the Month - February 2026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Loader of the Month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Malachi Burgess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Picker of the Month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Austin Hickox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Putaway of the Month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Donald Lynch</a:t>
            </a:r>
            <a:endParaRPr lang="en-US" sz="4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645920"/>
                <a:gridCol w="1097280"/>
                <a:gridCol w="1097280"/>
                <a:gridCol w="1097280"/>
                <a:gridCol w="1463040"/>
              </a:tblGrid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53.5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480.43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5765.16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465.21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5582.55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60.5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27130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448.43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5381.16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446.57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5358.82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30.75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13648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443.84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5326.05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31302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440.87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5290.48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70.25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30772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438.04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5256.43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33.25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436.81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5241.74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52.25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22700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434.45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5213.4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80.5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34785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432.11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5185.34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61.75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26173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423.85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5086.25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50.75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21254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418.8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5025.58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84.5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34893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412.93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4955.22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25.75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10616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412.27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4947.26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39.25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15864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404.18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4850.14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99.25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39525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398.24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4778.84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69.25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27573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398.17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4777.99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378.42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4541.02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346.88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4162.6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63.25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21336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337.33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4047.94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19079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334.72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4016.63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13853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322.16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3865.95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24789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317.81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3813.69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11959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271.8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3261.55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12998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265.27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3183.18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56.75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15013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264.55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3174.56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59.25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15429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260.41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3124.86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60.25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11503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190.92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2291.05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37.25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7845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210.6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2527.25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31.5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5188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164.7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1976.38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Rasheed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1717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95.39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1144.67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2)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463040"/>
                <a:gridCol w="1188720"/>
                <a:gridCol w="1188720"/>
                <a:gridCol w="1188720"/>
                <a:gridCol w="1188720"/>
                <a:gridCol w="914400"/>
              </a:tblGrid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19889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39525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15257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34893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11828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22957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34785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23845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31302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16510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14262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30772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16510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27130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12032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14141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26173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12009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12009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13016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24789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12582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22700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9563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10328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21254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15693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2)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463040"/>
                <a:gridCol w="1188720"/>
                <a:gridCol w="1188720"/>
                <a:gridCol w="1188720"/>
                <a:gridCol w="1188720"/>
                <a:gridCol w="914400"/>
              </a:tblGrid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15693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19079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15864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15429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15013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10328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7261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12998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6482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11959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11503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</a:rPr>
              <a:t>Picker Efficiency - March 2026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4297680"/>
        </p:xfrm>
        <a:graphic>
          <a:graphicData uri="http://schemas.openxmlformats.org/drawingml/2006/table">
            <a:tbl>
              <a:tblPr/>
              <a:tblGrid>
                <a:gridCol w="365760"/>
                <a:gridCol w="640080"/>
                <a:gridCol w="640080"/>
                <a:gridCol w="457200"/>
                <a:gridCol w="411480"/>
                <a:gridCol w="411480"/>
                <a:gridCol w="411480"/>
                <a:gridCol w="411480"/>
                <a:gridCol w="411480"/>
                <a:gridCol w="411480"/>
                <a:gridCol w="411480"/>
                <a:gridCol w="548640"/>
                <a:gridCol w="411480"/>
                <a:gridCol w="411480"/>
                <a:gridCol w="411480"/>
                <a:gridCol w="411480"/>
                <a:gridCol w="411480"/>
                <a:gridCol w="411480"/>
                <a:gridCol w="411480"/>
                <a:gridCol w="548640"/>
              </a:tblGrid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Hours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3.01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3.02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3.03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3.04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3.05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3.06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3.07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WK1 Total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3.08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3.09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3.10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3.11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3.12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3.13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3.14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WK2 Total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575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45.5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19.5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339.75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29.75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236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218.5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226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210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845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35.75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253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491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428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73.5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320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22.25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179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240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751.25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33.5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159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341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274.75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159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454.25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48.25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109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461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47.75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231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201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650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145.75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33.25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218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493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24.5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26.25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218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476.75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29.25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326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179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203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109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657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458.75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 2026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463040"/>
                <a:gridCol w="1188720"/>
                <a:gridCol w="1188720"/>
                <a:gridCol w="1188720"/>
                <a:gridCol w="1188720"/>
                <a:gridCol w="914400"/>
              </a:tblGrid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987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650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</a:rPr>
              <a:t>Putaway Efficiency - March 2026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4297680"/>
        </p:xfrm>
        <a:graphic>
          <a:graphicData uri="http://schemas.openxmlformats.org/drawingml/2006/table">
            <a:tbl>
              <a:tblPr/>
              <a:tblGrid>
                <a:gridCol w="365760"/>
                <a:gridCol w="640080"/>
                <a:gridCol w="640080"/>
                <a:gridCol w="457200"/>
                <a:gridCol w="411480"/>
                <a:gridCol w="411480"/>
                <a:gridCol w="411480"/>
                <a:gridCol w="411480"/>
                <a:gridCol w="411480"/>
                <a:gridCol w="411480"/>
                <a:gridCol w="411480"/>
                <a:gridCol w="548640"/>
                <a:gridCol w="411480"/>
                <a:gridCol w="411480"/>
                <a:gridCol w="411480"/>
                <a:gridCol w="411480"/>
                <a:gridCol w="411480"/>
                <a:gridCol w="411480"/>
                <a:gridCol w="411480"/>
                <a:gridCol w="548640"/>
              </a:tblGrid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Hours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3.01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3.02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3.03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3.04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3.05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3.06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3.07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WK1 Total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3.08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3.09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3.10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3.11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3.12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3.13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3.14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WK2 Total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34.5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291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519.5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26.5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333.25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36.25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99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268.25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34.75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296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109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393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59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273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35.5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587.75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342.25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23.75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139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261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139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444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51.5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577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535.5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45.25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467.75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48.25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421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376.75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34.25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246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426.25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139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136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467.25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71.75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483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79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290.75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47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48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84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249.75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March 2026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1371600"/>
                <a:gridCol w="1097280"/>
                <a:gridCol w="1097280"/>
                <a:gridCol w="1097280"/>
                <a:gridCol w="1097280"/>
                <a:gridCol w="822960"/>
                <a:gridCol w="822960"/>
              </a:tblGrid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5: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462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 - March 2026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731520"/>
          <a:ext cx="6400800" cy="4297680"/>
        </p:xfrm>
        <a:graphic>
          <a:graphicData uri="http://schemas.openxmlformats.org/drawingml/2006/table">
            <a:tbl>
              <a:tblPr/>
              <a:tblGrid>
                <a:gridCol w="640080"/>
                <a:gridCol w="1188720"/>
                <a:gridCol w="1188720"/>
                <a:gridCol w="1188720"/>
                <a:gridCol w="914400"/>
                <a:gridCol w="914400"/>
                <a:gridCol w="1280160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Bryan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Morant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5.09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Betancourt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45.69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Danielle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Rikard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42.56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Warehouse Dashboard</dc:title>
  <dc:subject>PptxGenJS Presentation</dc:subject>
  <dc:creator>US5 Warehouse</dc:creator>
  <cp:lastModifiedBy>US5 Warehouse</cp:lastModifiedBy>
  <cp:revision>1</cp:revision>
  <dcterms:created xsi:type="dcterms:W3CDTF">2026-03-19T12:38:20Z</dcterms:created>
  <dcterms:modified xsi:type="dcterms:W3CDTF">2026-03-19T12:38:20Z</dcterms:modified>
</cp:coreProperties>
</file>