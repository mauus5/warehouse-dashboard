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841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426,987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18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23,721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6,039/day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6,232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5,093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3.71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111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134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108,713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Employee of the Month - February 2026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Loader of the Month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Malachi Burgess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Picker of the Month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Austin Hickox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Putaway of the Month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Donald Lynch</a:t>
            </a:r>
            <a:endParaRPr lang="en-US" sz="4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(1 of 2)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645920"/>
                <a:gridCol w="1097280"/>
                <a:gridCol w="1097280"/>
                <a:gridCol w="1097280"/>
                <a:gridCol w="1463040"/>
              </a:tblGrid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53.5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480.43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5765.16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465.21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5582.55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27130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448.43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5381.16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446.57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5358.82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443.84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5326.05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31302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440.87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5290.48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30772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438.04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5256.43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436.81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5241.74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22700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434.45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5213.4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34785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432.11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5185.34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26173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423.85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5086.25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50.75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21254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418.8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5025.58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34893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412.93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4955.22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412.27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4947.26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15864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404.18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4850.14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99.25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39525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398.24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4778.84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69.25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398.17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4777.99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378.42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4541.02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(2 of 2)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645920"/>
                <a:gridCol w="1097280"/>
                <a:gridCol w="1097280"/>
                <a:gridCol w="1097280"/>
                <a:gridCol w="1463040"/>
              </a:tblGrid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346.88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4162.6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63.25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337.33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4047.94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19079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334.72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4016.63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322.16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3865.95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24789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317.81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3813.69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11959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271.8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3261.55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12998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265.27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3183.18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15013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264.55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3174.56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15429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260.41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3124.86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11503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190.92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2291.05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37.25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7845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210.6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2527.25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164.7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1976.38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Rasheed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95.39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1144.67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2)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463040"/>
                <a:gridCol w="1188720"/>
                <a:gridCol w="1188720"/>
                <a:gridCol w="1188720"/>
                <a:gridCol w="1188720"/>
                <a:gridCol w="914400"/>
              </a:tblGrid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19889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39525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15257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34893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11828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22957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34785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23845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31302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16510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14262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30772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16510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27130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12032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14141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26173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12009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12009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13016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24789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12582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22700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9563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10328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21254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15693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2)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463040"/>
                <a:gridCol w="1188720"/>
                <a:gridCol w="1188720"/>
                <a:gridCol w="1188720"/>
                <a:gridCol w="1188720"/>
                <a:gridCol w="914400"/>
              </a:tblGrid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15693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19079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7845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15864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15429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15013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10328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7261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12998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6482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11959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11503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64.5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16.53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198.33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14.66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175.89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13.74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164.88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12.72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152.59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72.75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12.12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145.48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141.9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138.79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138.1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133.57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10.47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125.63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68.25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119.03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115.7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108.44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123.5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106.59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96.51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78.21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2026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463040"/>
                <a:gridCol w="1188720"/>
                <a:gridCol w="1188720"/>
                <a:gridCol w="1188720"/>
                <a:gridCol w="1188720"/>
                <a:gridCol w="914400"/>
              </a:tblGrid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987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650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144.54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139.83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138.74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93.25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10.49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125.86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80.75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112.64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111.87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110.35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110.31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98.68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7.54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90.44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7.15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85.81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81.86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79.82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79.76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5.12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77.75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March 2026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1371600"/>
                <a:gridCol w="1097280"/>
                <a:gridCol w="1097280"/>
                <a:gridCol w="1097280"/>
                <a:gridCol w="1097280"/>
                <a:gridCol w="822960"/>
                <a:gridCol w="822960"/>
              </a:tblGrid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5: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462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 - March 2026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731520"/>
          <a:ext cx="6400800" cy="4297680"/>
        </p:xfrm>
        <a:graphic>
          <a:graphicData uri="http://schemas.openxmlformats.org/drawingml/2006/table">
            <a:tbl>
              <a:tblPr/>
              <a:tblGrid>
                <a:gridCol w="640080"/>
                <a:gridCol w="1188720"/>
                <a:gridCol w="1188720"/>
                <a:gridCol w="1188720"/>
                <a:gridCol w="914400"/>
                <a:gridCol w="914400"/>
                <a:gridCol w="1280160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Bryan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Morant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5.09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Betancourt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45.69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Danielle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Rikard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42.56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Warehouse Dashboard</dc:title>
  <dc:subject>PptxGenJS Presentation</dc:subject>
  <dc:creator>US5 Warehouse</dc:creator>
  <cp:lastModifiedBy>US5 Warehouse</cp:lastModifiedBy>
  <cp:revision>1</cp:revision>
  <dcterms:created xsi:type="dcterms:W3CDTF">2026-03-19T13:07:31Z</dcterms:created>
  <dcterms:modified xsi:type="dcterms:W3CDTF">2026-03-19T13:07:31Z</dcterms:modified>
</cp:coreProperties>
</file>