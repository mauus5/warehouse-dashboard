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839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369,194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23,074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5,947/day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6,232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5,093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0.21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112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95,166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Employee of the Month - February 2026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Loader of the Month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Malachi Burgess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Picker of the Month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Austin Hickox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Putaway of the Month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Donald Lynch</a:t>
            </a:r>
            <a:endParaRPr lang="en-US" sz="4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</a:rPr>
              <a:t>Loader Totals (1 of 2)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3840480"/>
        </p:xfrm>
        <a:graphic>
          <a:graphicData uri="http://schemas.openxmlformats.org/drawingml/2006/table">
            <a:tbl>
              <a:tblPr/>
              <a:tblGrid>
                <a:gridCol w="640080"/>
                <a:gridCol w="1188720"/>
                <a:gridCol w="1371600"/>
                <a:gridCol w="1097280"/>
                <a:gridCol w="1097280"/>
                <a:gridCol w="1097280"/>
                <a:gridCol w="1097280"/>
                <a:gridCol w="914400"/>
              </a:tblGrid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15257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34893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34785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31302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14262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11063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27573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27130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14141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26173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13016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24789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12582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22700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21336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21254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</a:rPr>
              <a:t>Loader Totals (2 of 2)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3840480"/>
        </p:xfrm>
        <a:graphic>
          <a:graphicData uri="http://schemas.openxmlformats.org/drawingml/2006/table">
            <a:tbl>
              <a:tblPr/>
              <a:tblGrid>
                <a:gridCol w="640080"/>
                <a:gridCol w="1188720"/>
                <a:gridCol w="1371600"/>
                <a:gridCol w="1097280"/>
                <a:gridCol w="1097280"/>
                <a:gridCol w="1097280"/>
                <a:gridCol w="1097280"/>
                <a:gridCol w="914400"/>
              </a:tblGrid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19079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15429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12998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11503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10616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</a:rPr>
              <a:t>Picker Totals  2026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7680960" cy="3840480"/>
        </p:xfrm>
        <a:graphic>
          <a:graphicData uri="http://schemas.openxmlformats.org/drawingml/2006/table">
            <a:tbl>
              <a:tblPr/>
              <a:tblGrid>
                <a:gridCol w="640080"/>
                <a:gridCol w="1188720"/>
                <a:gridCol w="1371600"/>
                <a:gridCol w="1097280"/>
                <a:gridCol w="1097280"/>
                <a:gridCol w="1097280"/>
                <a:gridCol w="1097280"/>
                <a:gridCol w="914400"/>
              </a:tblGrid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</a:rPr>
              <a:t>Putaway Totals March 2026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3840480"/>
        </p:xfrm>
        <a:graphic>
          <a:graphicData uri="http://schemas.openxmlformats.org/drawingml/2006/table">
            <a:tbl>
              <a:tblPr/>
              <a:tblGrid>
                <a:gridCol w="640080"/>
                <a:gridCol w="1188720"/>
                <a:gridCol w="1371600"/>
                <a:gridCol w="1097280"/>
                <a:gridCol w="1097280"/>
                <a:gridCol w="1097280"/>
                <a:gridCol w="1097280"/>
                <a:gridCol w="914400"/>
                <a:gridCol w="914400"/>
              </a:tblGrid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3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Warehouse Dashboard</dc:title>
  <dc:subject>PptxGenJS Presentation</dc:subject>
  <dc:creator>US5 Warehouse</dc:creator>
  <cp:lastModifiedBy>US5 Warehouse</cp:lastModifiedBy>
  <cp:revision>1</cp:revision>
  <dcterms:created xsi:type="dcterms:W3CDTF">2026-03-18T12:05:07Z</dcterms:created>
  <dcterms:modified xsi:type="dcterms:W3CDTF">2026-03-18T12:05:07Z</dcterms:modified>
</cp:coreProperties>
</file>