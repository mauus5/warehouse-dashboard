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1,045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200,373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8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25,047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5,129/day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OCTOBER 2026  ·  8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26,134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14 pickers  ·  September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17,174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11 staff  ·  September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14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7.0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4 days unconfirmed in source · October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MIXED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9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27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41,033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OCTOBER 2026  ·  8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Armando Avalos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Gabriel Cabalbag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Boyd Evans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61884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424.6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56502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66725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391.3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70860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52585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388.8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80227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376.7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374.3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64159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52774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35410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324.9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50127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321.3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313.1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39938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47964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57844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290.7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37083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35511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286.4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103.75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29439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283.7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141.5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32809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231.9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151.75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28529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22715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80,227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80,210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77,207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76,911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29227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73,559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70,860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66,725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64,159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62,418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61,884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19866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57,844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16732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57,552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56,502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52,774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10709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52,585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50,127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47,964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9389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41,872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39,938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38,320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37,083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35,511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32,809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29,439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9741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29,192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28,529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2,536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768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6729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187.25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5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768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6729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5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