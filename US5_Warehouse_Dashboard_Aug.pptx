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985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250,307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10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25,031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5,305/day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7,201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16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6,096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18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5.7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42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71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15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53,052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Malachi Burgess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Makaela Culler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Donald Lynch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Wayne Amerson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Keisler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6922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485.8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Yoslandy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Perez-Garcia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19051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443.0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Fermin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Flores Trejo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11681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432.6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Alexander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Cruz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19051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430.5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Rhone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11616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430.2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Malachi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Burgess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9210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428.4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Malcolm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57.0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24263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425.7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Carlos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18430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421.3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Orji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Kalu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55.25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22988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416.1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Pedro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Lopez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12512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382.0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Whitt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6509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371.9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Denzell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Kitching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46.0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16823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365.7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Levonta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Grooms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11748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356.0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Pulido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56.75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356.0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Jacob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15804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355.1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Lucas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15518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354.7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Mayes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15290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339.8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Sekwan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Jenkins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10328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335.9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Steven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15265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323.1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McRiney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12830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320.8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Ernest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Curry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44.5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14019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315.0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Elder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Ndukwe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307.3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Tyler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Bryant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15265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305.3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Stanley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57.25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17371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303.4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Bennett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12859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293.9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Keyon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Hair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8262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266.5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Gonder Jr.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7124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245.7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Dennison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214.9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Malcolm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24263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24,263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Orji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Kalu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22988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22,988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Pulido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20201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20,201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Alexander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Cruz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19051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19,051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Yoslandy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Perez-Garcia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19051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19,051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Carlos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18430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18,430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Stanley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17371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17,371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Denzell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Kitching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16823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16,823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Jacob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15804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15,804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Lucas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15518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15,518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Mayes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15290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15,290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Steven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15265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15,265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Tyler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Bryant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15265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15,265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Ernest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Curry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14019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14,019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Bennett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12859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12,859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Ammar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McRiney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12830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12,830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Pedro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Lopez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12512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12,512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Levonta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Grooms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11748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11,748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Fermin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Flores Trejo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11681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11,681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Rhone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11616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11,616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Sekwan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Jenkins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10328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10,328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Elder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Ndukwe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10065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10,065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Malachi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Burgess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9210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9,210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Keyon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Hair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8262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8,262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Gonder Jr.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7124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7,124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Keisler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6922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6,922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Whitt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6509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6,509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Travis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Armando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Avalos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23.63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Bendrix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Hook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17.09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David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Kearse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18.0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16.56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George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Harris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14.68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Jaylon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62.25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Zavius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Calloway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Gregory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Makaela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Culler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66.75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Johnathan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Ermel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695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Akeem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Bouknight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O'Mari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Rajah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11.13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Abney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Kyle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Graham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Jprinnes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Mccullough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2.11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Zacchaeus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Johnson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Makaela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Culler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Jaylon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905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905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Johnathan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Ermel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695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695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Bendrix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Hook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Akeem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Bouknight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George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Harris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Gregory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Zavius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Calloway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O'Mari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Rajah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Armando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Avalos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David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Kearse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Abney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Kyle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Graham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Jprinnes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Mccullough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Zacchaeus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Johnson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Roderick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46.0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606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Dakota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Grubbs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Donald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Lynch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Gabriel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Cabalbag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487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Jimmy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McBride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Tashan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Charles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Wyatt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McPherson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Virgil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Calvin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Anthony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Quattlebaum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Orta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46.0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Jonathan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Seabrooks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Darryl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Dozier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Patrick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Daquan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Adams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52.5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Donald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Lynch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Roderick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606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606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Gabriel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Cabalbag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487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487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Anthony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Quattlebaum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Daquan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Adams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Orta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Patrick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Ames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Virgil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Calvin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Darryl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Dozier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Jonathan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Seabrooks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Tyreak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Rogers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Tashan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Charles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Wyatt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McPherson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Jakyrick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Hallingquest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Austin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Hickox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101.2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Boyd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Evans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7.56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Kyietcha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6.15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73.8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Wayne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Amerson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39.5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54.4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Terrance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Shiver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53.1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Rodney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Betancourt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4.32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51.8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