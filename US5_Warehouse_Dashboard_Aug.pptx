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  <a:latin typeface="Segoe UI"/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Segoe UI"/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34D399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  <a:latin typeface="Segoe UI"/>
              </a:rPr>
              <a:t>1,001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612,273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25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24,491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5,778/day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20,730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16,543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34D399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  <a:latin typeface="Segoe UI"/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4.0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32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71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144,455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Donald Lynch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Wayne Amerson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Carlos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Martinez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50825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420.0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Malcolm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180.75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72562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Rhone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133.25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Orji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Kalu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149.0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59704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Yoslandy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Perez-Garcia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Pedro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Lopez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34014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394.4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Fermin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Flores Trejo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392.8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Malachi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Burgess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48691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Alexander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Cruz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381.9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Whitt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80.5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30652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Lucas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Juarez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109.25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40667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372.2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Jose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Pulido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147.75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53302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360.8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Levonta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Grooms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37372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359.3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Jacob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99.25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35513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357.8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Denzell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Kitching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32583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349.4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Mayes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29381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345.7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Sekwan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Jenkins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40099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320.2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Keisler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22797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317.7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Bryant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38870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307.3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Steven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133.0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40185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Bennett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23228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Ammar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McRiney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29354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289.9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Gonder Jr.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98.75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278.2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28783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276.8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172.5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266.2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Keyon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96.25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24392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253.4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Malcolm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24263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29018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19281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72,562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Orji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Kalu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22988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14352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22364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59,704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Rhone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11616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19348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22442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53,406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Pulido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20201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11333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21768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53,302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Carlos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Martinez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18430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14232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18163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50,825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Alexander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Cruz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19051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17433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49,167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Yoslandy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Perez-Garcia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19051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17433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12683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49,167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Malachi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Burgess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16104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23377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48,691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Stanley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17371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15145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13410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45,926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Fermin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Flores Trejo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11681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18549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Lucas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Juarez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15518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16254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8895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40,667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Steven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12352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40,185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Sekwan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Jenkins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10328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17621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12150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40,099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Bryant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9259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14346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38,870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Levonta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Grooms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11748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12763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12861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37,372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Jacob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15804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8334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11375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35,513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Pedro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Lopez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12607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8895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34,014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Denzell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Kitching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16823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3850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11910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32,583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Whitt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6509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17350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6793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30,652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Mayes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15290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7823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6268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29,381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McRiney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9613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29,354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Elder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Ndukwe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10065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11166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28,783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Gonder Jr.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11574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8770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27,468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Keyon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Hair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8262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8178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7952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24,392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Bennett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12859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10369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23,228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Bralen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Keisler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12506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3369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22,797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Jaylon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135.5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2094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Kearse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Armando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Avalos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Bendrix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Hook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Johnathan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Ermel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Makaela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Culler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Gregory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Zavius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Calloway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Abney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1495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Akeem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Bouknight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109.5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139.25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1631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George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Harris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112.0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O'Mari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Rajah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Kyle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Graham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87.75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Zacchaeus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82.5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1.8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Makaela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Culler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2,695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Jaylon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2,094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Zavius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Calloway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961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1,998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Ermel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1,725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398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Abney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744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1,495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Armando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Avalos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Akeem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Bouknight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Bendrix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Hook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Gregory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1,280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George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Harris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Kearse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706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O'Mari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Rajah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Kyle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Graham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Zacchaeus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Donald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Lynch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Jimmy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McBride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Gabriel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Cabalbag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Dakota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Grubbs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Orta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Darryl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Dozier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Tashan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Charles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97.5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Seabrooks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136.25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Patrick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Virgil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Calvin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108.5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Anthony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Quattlebaum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120.75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Daquan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Adams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148.0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1241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Lamar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Washington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137.75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Tyreak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Rogers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764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Jakyrick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Hallingquest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5.9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Butler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Donald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Lynch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1,673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Jimmy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McBride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1,501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Gabriel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Cabalbag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464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1,313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Daquan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Adams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288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1,241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Seabrooks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Lamar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Washington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1,126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Darryl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Dozier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Anthony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Quattlebaum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Tashan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Charles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Virgil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Calvin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Patrick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Tyreak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Rogers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764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Dakota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Grubbs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Jakyrick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Hallingquest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Butler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Austin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Hickox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99.0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101.9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Boyd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Evans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Terence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Smith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Terrance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Shiver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144.5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52.3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Wayne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Amerson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83.0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Rodney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Betancourt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Kyietcha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