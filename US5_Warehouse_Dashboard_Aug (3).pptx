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  <a:latin typeface="Segoe UI"/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Segoe UI"/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  <a:latin typeface="Segoe UI"/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34D399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  <a:latin typeface="Segoe UI"/>
              </a:rPr>
              <a:t>1,006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718,311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8"/>
                </a:solidFill>
                <a:latin typeface="Segoe UI"/>
              </a:rPr>
              <a:t>30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23,944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5,179/day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  <a:latin typeface="Segoe UI"/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20,730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8"/>
                </a:solidFill>
                <a:latin typeface="Segoe UI"/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16,543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688"/>
                </a:solidFill>
                <a:latin typeface="Segoe UI"/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34D399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  <a:latin typeface="Segoe UI"/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4.5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  <a:latin typeface="Segoe UI"/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30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71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5B8"/>
                </a:solidFill>
                <a:latin typeface="Segoe UI"/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"/>
              </a:rPr>
              <a:t>155,365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  <a:latin typeface="Segoe UI"/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>
                <a:solidFill>
                  <a:srgbClr val="9AA5B8"/>
                </a:solidFill>
                <a:latin typeface="Segoe UI"/>
              </a:rPr>
              <a:t>July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b="1">
                <a:solidFill>
                  <a:srgbClr val="34D399"/>
                </a:solidFill>
                <a:latin typeface="Segoe UI"/>
              </a:rPr>
              <a:t>Malachi Burgess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Segoe UI"/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  <a:latin typeface="Segoe UI"/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>
                <a:solidFill>
                  <a:srgbClr val="9AA5B8"/>
                </a:solidFill>
                <a:latin typeface="Segoe UI"/>
              </a:rPr>
              <a:t>July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b="1">
                <a:solidFill>
                  <a:srgbClr val="34D399"/>
                </a:solidFill>
                <a:latin typeface="Segoe UI"/>
              </a:rPr>
              <a:t>Makaela Culler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Segoe UI"/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  <a:latin typeface="Segoe UI"/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>
                <a:solidFill>
                  <a:srgbClr val="9AA5B8"/>
                </a:solidFill>
                <a:latin typeface="Segoe UI"/>
              </a:rPr>
              <a:t>July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b="1">
                <a:solidFill>
                  <a:srgbClr val="34D399"/>
                </a:solidFill>
                <a:latin typeface="Segoe UI"/>
              </a:rPr>
              <a:t>Donald Lynch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Segoe UI"/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  <a:latin typeface="Segoe UI"/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>
                <a:solidFill>
                  <a:srgbClr val="9AA5B8"/>
                </a:solidFill>
                <a:latin typeface="Segoe UI"/>
              </a:rPr>
              <a:t>July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b="1">
                <a:solidFill>
                  <a:srgbClr val="34D399"/>
                </a:solidFill>
                <a:latin typeface="Segoe UI"/>
              </a:rPr>
              <a:t>Wayne Amerson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1B2138"/>
          </a:solidFill>
          <a:ln w="9525">
            <a:solidFill>
              <a:srgbClr val="4ECDC4"/>
            </a:solidFill>
            <a:prstDash val="solid"/>
          </a:ln>
          <a:effectLst>
            <a:outerShdw blurRad="190500" dist="38100" dir="5400000" rotWithShape="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Segoe UI"/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egoe UI"/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Carlos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Martinez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121.0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50825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420.0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Malcolm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Davis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180.75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72562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401.4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William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Rhone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133.25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53406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400.8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Orji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Kalu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149.0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59704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400.7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Yoslandy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Perez-Garcia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122.75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49167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400.5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Pedro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Lopez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86.25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34014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394.4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Fermin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Flores Trejo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104.0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40854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392.8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Malachi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Burgess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125.0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48691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389.5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Alexander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Cruz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128.75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49167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381.9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Travis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Whitt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80.5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30652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380.8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Lucas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Juarez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109.25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40667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372.2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Jose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Pulido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147.75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53302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360.8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Levonta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Grooms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104.0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37372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359.3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Jacob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Lyles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99.25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35513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357.8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Denzell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Kitching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93.25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32583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349.4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Mayes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85.0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29381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345.7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Sekwan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Jenkins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125.25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40099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320.2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Bralen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Keisler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71.75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22797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317.7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Tyler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Bryant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126.5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38870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307.3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Steven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Brown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133.0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40185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302.1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Michael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Bennett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77.0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23228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301.7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Ammar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McRiney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101.25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29354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289.9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Michael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Gonder Jr.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98.75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27468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278.2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104.0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28783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276.8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172.5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45926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266.2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Keyon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Hair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96.25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24392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 b="0">
                          <a:solidFill>
                            <a:srgbClr val="F2F5F9"/>
                          </a:solidFill>
                          <a:latin typeface="Segoe UI"/>
                        </a:rPr>
                        <a:t>253.4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Malcolm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Davis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24263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29018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19281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72,562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Orji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Kalu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22988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14352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22364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59,704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William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Rhone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11616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19348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22442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53,406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Jose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Pulido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20201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11333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21768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53,302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Carlos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Martinez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18430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14232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18163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50,825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Alexander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Cruz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19051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17433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12683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49,167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Yoslandy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Perez-Garcia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19051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17433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12683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49,167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Malachi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Burgess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9210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16104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23377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48,691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Stanley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Green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17371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15145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13410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45,926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Fermin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Flores Trejo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11681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10624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18549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40,854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Lucas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Juarez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15518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16254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8895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40,667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Steven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Brown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15265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12352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12568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40,185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Sekwan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Jenkins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10328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17621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12150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40,099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Tyler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Bryant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15265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9259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14346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38,870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Levonta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Grooms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11748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12763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12861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37,372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Jacob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Lyles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15804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8334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11375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35,513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Pedro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Lopez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12512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12607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8895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34,014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Denzell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Kitching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16823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3850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11910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32,583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Travis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Whitt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6509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17350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6793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30,652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Mayes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15290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7823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6268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29,381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Ammar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McRiney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12830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6911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9613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29,354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Elder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Ndukwe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10065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11166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7552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28,783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Michael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Gonder Jr.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7124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11574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8770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27,468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Keyon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Hair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8262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8178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7952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24,392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Michael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Bennett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12859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10369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23,228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Bralen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Keisler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6922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12506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3369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22,797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Jaylon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Williams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135.5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2094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David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Kearse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65.0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1004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15.4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Armando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Avalos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84.25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1296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15.4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Bendrix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Hook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86.75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1294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14.9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Johnathan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Ermel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118.25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14.6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Makaela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Culler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186.75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2695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14.4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Gregory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Brown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90.25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1280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14.2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Zavius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Calloway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146.75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1998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13.6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Travis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Abney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118.25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1495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12.6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Akeem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Bouknight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109.5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1296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11.8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Jalen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Brown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139.25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1631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11.7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George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Harris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112.0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1265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11.3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O'Mari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Rajah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84.5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854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10.1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Kyle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Graham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87.75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657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7.5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Zacchaeus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Johnson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82.5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1.8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Makaela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Culler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921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912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862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2,695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Jaylon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Williams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905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417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772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2,094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Zavius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Calloway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503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961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1,998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Johnathan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Ermel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695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622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1,725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Jalen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Brown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398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326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907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1,631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Travis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Abney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274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477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744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1,495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Armando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Avalos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319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628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349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1,296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Akeem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Bouknight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554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365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377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1,296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Bendrix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Hook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581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558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1,294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Gregory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Brown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503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418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359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1,280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George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Harris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510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1,265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David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Kearse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298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706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1,004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O'Mari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Rajah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417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272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854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Kyle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Graham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253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242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657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Zacchaeus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Johnson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Donald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Lynch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138.25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1673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12.1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Jimmy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McBride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135.0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1501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11.1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Gabriel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Cabalbag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122.75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10.7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Dakota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Grubbs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71.75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758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10.6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Michael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Orta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121.5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1252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10.3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Darryl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Dozier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106.0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1059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Tashan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Charles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97.5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932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9.6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Jonathan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Seabrooks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136.25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1222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Patrick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Ames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105.75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920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8.7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Virgil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Calvin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108.5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928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8.6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Anthony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Quattlebaum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120.75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1014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8.4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Daquan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Adams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148.0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1241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8.4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Lamar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Washington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137.75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1126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8.2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Tyreak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Rogers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121.5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764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6.3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Jakyrick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Hallingquest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106.0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630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5.9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William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Butler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22.5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Donald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Lynch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624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492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557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1,673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Jimmy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McBride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380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508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613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1,501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Gabriel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Cabalbag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487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464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362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1,313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Michael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Orta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413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320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519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1,252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Daquan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Adams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423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288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1,241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Jonathan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Seabrooks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315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457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450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1,222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Lamar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Washington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361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265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500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1,126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Darryl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Dozier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325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258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476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1,059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 xml:space="preserve"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Anthony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Quattlebaum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430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406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1,014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Tashan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Charles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226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398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308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932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Virgil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Calvin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327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346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255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928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Patrick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Ames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388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920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Tyreak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Rogers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274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304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764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Dakota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Grubbs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365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249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758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Jakyrick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Hallingquest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172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266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192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630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William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Butler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210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Segoe UI"/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9AA5B8"/>
                          </a:solidFill>
                          <a:latin typeface="Segoe UI"/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solidFill>
                      <a:srgbClr val="1B2338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Austin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Hickox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99.0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841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101.9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Boyd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Evans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103.75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778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7.5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90.0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Terence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Smith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105.75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471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4.5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53.4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Terrance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Shiver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144.5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630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4.4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52.3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Wayne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Amerson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83.0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4.3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51.6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Rodney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Betancourt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128.75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532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4.1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49.6</a:t>
                      </a:r>
                    </a:p>
                  </a:txBody>
                  <a:tcPr marL="91440" marR="91440" marT="45720" marB="45720" anchor="ctr">
                    <a:solidFill>
                      <a:srgbClr val="20263C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b="0" sz="1400">
                          <a:solidFill>
                            <a:srgbClr val="6B7688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Kyietcha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Brown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118.0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473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4.0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400">
                          <a:solidFill>
                            <a:srgbClr val="F2F5F9"/>
                          </a:solidFill>
                          <a:latin typeface="Segoe UI"/>
                        </a:rPr>
                        <a:t>48.1</a:t>
                      </a:r>
                    </a:p>
                  </a:txBody>
                  <a:tcPr marL="91440" marR="91440" marT="45720" marB="45720" anchor="ctr">
                    <a:solidFill>
                      <a:srgbClr val="1A1A2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>
                      <a:solidFill>
                        <a:srgbClr val="2A334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