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ECDC4"/>
                </a:solidFill>
              </a:defRPr>
            </a:pPr>
            <a:r>
              <a:t>US5 Warehouse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Safety &amp; Loader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Days Without OSHA Recordable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820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Total Tires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573,660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25 days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22,946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6,248/day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Warehouse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Picked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6,269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16 pickers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Putaway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4,104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16 staff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Picker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11.05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6400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pallets per hour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Putaway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8.13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6400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pallets per hour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Additional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Late 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Bins 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151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Max Bins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Min Bins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Employee of the Month -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Loader of the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Malachi Burgess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Picker of the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Makaela Culler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Putaway of the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Donald Lynch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