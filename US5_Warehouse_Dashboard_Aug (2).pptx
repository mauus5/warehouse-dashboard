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/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34D399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  <a:latin typeface="Segoe UI"/>
              </a:rPr>
              <a:t>1,003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659,973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27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24,443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5,542/day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20,730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15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16,543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16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34D399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4.3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32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71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149,640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Malachi Burgess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Makaela Culler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Wayne Amerson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420.0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180.75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72562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401.4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400.8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59704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400.7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49167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400.5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34014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394.4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48691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49167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381.9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30652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380.8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40667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372.2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53302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360.8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359.3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35513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357.8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32583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349.4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85.0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29381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345.7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40099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320.2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22797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317.7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38870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307.3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40185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302.1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23228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301.7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29354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289.9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278.2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104.0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172.5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45926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266.2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Keyon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96.25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24392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24263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29018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72,562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22364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59,704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19348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22442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53,406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20201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21768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53,302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14232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50,825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49,167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49,167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23377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48,691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13410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45,926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18549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40,854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40,667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40,185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17621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40,099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38,870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37,372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35,513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34,014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11910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32,583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6509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30,652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29,381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29,354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11166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28,783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27,468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Keyon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Hair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24,392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23,228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22,797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2094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1495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2,695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2,094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1,294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Seabrooks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136.25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1,241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Seabrooks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Wayne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