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4ECDC4"/>
                </a:solidFill>
              </a:rPr>
              <a:t>MAU US5 Warehouse Dashboard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Key Performance Indicators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ECDC4"/>
                </a:solidFill>
              </a:rPr>
              <a:t>Safety &amp; Loader Operations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Days Without OSHA Recordable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BE881"/>
                </a:solidFill>
              </a:rPr>
              <a:t>985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Total Tires Loaded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444,817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5212080" y="2743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</a:rPr>
              <a:t>18 days tracked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Average Per Day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24,712</a:t>
            </a:r>
            <a:endParaRPr lang="en-US" sz="4200" dirty="0"/>
          </a:p>
        </p:txBody>
      </p:sp>
      <p:sp>
        <p:nvSpPr>
          <p:cNvPr id="13" name="Shape 11"/>
          <p:cNvSpPr/>
          <p:nvPr/>
        </p:nvSpPr>
        <p:spPr>
          <a:xfrm>
            <a:off x="50292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Loaded vs Drop Avg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120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6,162/day</a:t>
            </a:r>
            <a:endParaRPr lang="en-US" sz="4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ECDC4"/>
                </a:solidFill>
              </a:rPr>
              <a:t>Warehouse Operations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Pallets Picked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13,941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2743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</a:rPr>
              <a:t>16 pickers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Pallets Putaway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11,716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5212080" y="2743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</a:rPr>
              <a:t>17 staff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Late Loads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BE881"/>
                </a:solidFill>
              </a:rPr>
              <a:t>0</a:t>
            </a:r>
            <a:endParaRPr lang="en-US" sz="4200" dirty="0"/>
          </a:p>
        </p:txBody>
      </p:sp>
      <p:sp>
        <p:nvSpPr>
          <p:cNvPr id="14" name="Shape 12"/>
          <p:cNvSpPr/>
          <p:nvPr/>
        </p:nvSpPr>
        <p:spPr>
          <a:xfrm>
            <a:off x="50292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Average Roll Over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120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4.0</a:t>
            </a:r>
            <a:endParaRPr lang="en-US" sz="4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ECDC4"/>
                </a:solidFill>
              </a:rPr>
              <a:t>Additional Metrics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Average Bins Available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38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Max Bins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71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Min Bins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0</a:t>
            </a:r>
            <a:endParaRPr lang="en-US" sz="4200" dirty="0"/>
          </a:p>
        </p:txBody>
      </p:sp>
      <p:sp>
        <p:nvSpPr>
          <p:cNvPr id="12" name="Shape 10"/>
          <p:cNvSpPr/>
          <p:nvPr/>
        </p:nvSpPr>
        <p:spPr>
          <a:xfrm>
            <a:off x="50292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Loaded vs Drop Total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120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110,909</a:t>
            </a:r>
            <a:endParaRPr lang="en-US" sz="4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ECDC4"/>
                </a:solidFill>
              </a:rPr>
              <a:t>🏆 Loader of the Month 🏆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July 2026</a:t>
            </a:r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Malachi Burgess</a:t>
            </a:r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283846"/>
          </a:solidFill>
          <a:ln w="38100">
            <a:solidFill>
              <a:srgbClr val="4ECDC4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CDC4"/>
                </a:solidFill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Outstanding loading performance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Consistent high productivity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Excellent safety record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Strong team collaboration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ECDC4"/>
                </a:solidFill>
              </a:rPr>
              <a:t>🏆 Picker of the Month 🏆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July 2026</a:t>
            </a:r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Makaela Culler</a:t>
            </a:r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283846"/>
          </a:solidFill>
          <a:ln w="38100">
            <a:solidFill>
              <a:srgbClr val="4ECDC4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CDC4"/>
                </a:solidFill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Exceptional picking accuracy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Exceeded productivity targets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Outstanding efficiency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Demonstrated excellence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ECDC4"/>
                </a:solidFill>
              </a:rPr>
              <a:t>🏆 Putaway of the Month 🏆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July 2026</a:t>
            </a:r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Donald Lynch</a:t>
            </a:r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283846"/>
          </a:solidFill>
          <a:ln w="38100">
            <a:solidFill>
              <a:srgbClr val="4ECDC4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CDC4"/>
                </a:solidFill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Superior putaway performance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Maintained quality standards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Excellent organization skills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Consistent high achievement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ECDC4"/>
                </a:solidFill>
              </a:rPr>
              <a:t>🌟 Employee of the Month 🌟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July 2026</a:t>
            </a:r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Wayne Amerson</a:t>
            </a:r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283846"/>
          </a:solidFill>
          <a:ln w="38100">
            <a:solidFill>
              <a:srgbClr val="4ECDC4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CDC4"/>
                </a:solidFill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Exceptional overall performance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Outstanding work ethic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Strong leadership qualities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Commitment to excellence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Efficiency (1 of 3)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Hours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Tires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Tires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Carlos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Martinez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78.25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32662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417.4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Yoslandy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Perez-Garcia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88.5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36484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412.2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Malcolm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Davis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132.0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53281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403.6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Pedro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Lopez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63.75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25119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394.0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Orji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Kalu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95.0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37340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393.1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Alexander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Cruz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93.0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36484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392.3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Travis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Whitt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61.25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23859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389.5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Malachi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Burgess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65.75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25314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385.0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William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Rhone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80.5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30964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384.6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Fermin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Flores Trejo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58.75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22305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379.7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Levonta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Grooms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66.5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24511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368.6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Lucas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Juarez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86.25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31772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368.4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Efficiency (2 of 3)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Hours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Tires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Tires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Bralen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Keisler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52.75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19428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368.3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Denzell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Kitching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56.75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20673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364.3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Jacob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Lyles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66.5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24138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363.0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Willis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Mayes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65.75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23113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351.5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Jose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Pulido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91.5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31534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344.6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Sekwan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Jenkins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81.25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27949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344.0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Ammar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McRiney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62.75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19741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314.6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Steven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Brown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89.5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27617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308.6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Michael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Bennett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77.0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23228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301.7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Ernest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Curry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66.25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19959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301.3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Tyler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Bryant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82.25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24524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298.2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Elder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Ndukwe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76.25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21231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278.4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Efficiency (3 of 3)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358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Hours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Tires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Tires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Michael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Gonder Jr.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69.25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18698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270.0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Stanley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Green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122.25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32516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266.0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Alton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Dennison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52.75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13311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252.3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Keyon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Hair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65.5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16440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251.0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Totals (1 of 3)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755636"/>
                <a:gridCol w="1227908"/>
                <a:gridCol w="1322363"/>
                <a:gridCol w="850090"/>
                <a:gridCol w="850090"/>
                <a:gridCol w="850090"/>
                <a:gridCol w="850090"/>
                <a:gridCol w="850090"/>
                <a:gridCol w="1038999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Malcolm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Davis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24263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53281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77,544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Orji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Kalu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22988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37340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60,328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Alexander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Cruz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19051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36484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55,535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Yoslandy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Perez-Garcia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19051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36484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55,535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Jose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Pulido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20201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31534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51,735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Carlos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Martinez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18430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32662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51,092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Stanley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Green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17371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32516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49,887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Lucas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Juarez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15518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31772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47,290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Steven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Brown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15265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27617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42,882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Totals (2 of 3)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755636"/>
                <a:gridCol w="1227908"/>
                <a:gridCol w="1322363"/>
                <a:gridCol w="850090"/>
                <a:gridCol w="850090"/>
                <a:gridCol w="850090"/>
                <a:gridCol w="850090"/>
                <a:gridCol w="850090"/>
                <a:gridCol w="1038999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William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Rhone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11616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30964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42,580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11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Jacob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Lyles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15804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24138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39,942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Tyler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Bryant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15265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24524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39,789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13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Willis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Mayes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15290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23113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38,403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Sekwan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Jenkins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10328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27949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38,277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Pedro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Lopez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12512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25119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37,631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Denzell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Kitching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16823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20673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37,496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17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Levonta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Grooms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11748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24511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36,259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Michael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Bennett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12859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23228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36,087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Totals (3 of 3)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755636"/>
                <a:gridCol w="1227908"/>
                <a:gridCol w="1322363"/>
                <a:gridCol w="850090"/>
                <a:gridCol w="850090"/>
                <a:gridCol w="850090"/>
                <a:gridCol w="850090"/>
                <a:gridCol w="850090"/>
                <a:gridCol w="1038999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19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Malachi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Burgess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9210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25314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34,524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Fermin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Flores Trejo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11681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22305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33,986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21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Ernest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Curry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14019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19959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33,978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22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Ammar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McRiney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12830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19741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32,571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23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Elder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Ndukwe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10065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21231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31,296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Travis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Whitt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6509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23859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30,368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Bralen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Keisler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6922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19428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26,350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26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Michael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Gonder Jr.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7124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18698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25,822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27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Keyon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Hair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8262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16440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24,702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28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Alton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Dennison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4083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13311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17,394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Picker Efficiency (1 of 2)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402080"/>
                <a:gridCol w="1402080"/>
                <a:gridCol w="1402080"/>
                <a:gridCol w="1402080"/>
                <a:gridCol w="1402080"/>
                <a:gridCol w="1402080"/>
              </a:tblGrid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Pallets Picked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Bendrix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Hook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45.5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736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16.2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David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Kearse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65.0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1004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15.4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Zavius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Calloway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97.25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1464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15.1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Johnathan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Ermel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74.75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1103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14.8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Armando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Avalos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64.75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947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14.6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Jaylon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Williams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90.5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1322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14.6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Makaela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Culler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130.75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1833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14.0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Gregory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Brown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66.25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921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13.9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Picker Efficiency (2 of 2)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402080"/>
                <a:gridCol w="1402080"/>
                <a:gridCol w="1402080"/>
                <a:gridCol w="1402080"/>
                <a:gridCol w="1402080"/>
                <a:gridCol w="1402080"/>
              </a:tblGrid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Pallets Picked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George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Harris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79.25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1043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13.2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Akeem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Bouknight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74.75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919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12.3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11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O'Mari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Rajah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63.0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689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10.9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Travis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Abney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69.0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751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10.9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13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Jalen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Brown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70.25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724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10.3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Kyle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Graham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64.0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415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6.5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Jprinnes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Mccullough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58.0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1.2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Zacchaeus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Johnson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53.25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Picker Totals (1 of 2)</a:t>
            </a:r>
            <a:endParaRPr lang="en-US" sz="2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755636"/>
                <a:gridCol w="1227908"/>
                <a:gridCol w="1322363"/>
                <a:gridCol w="850090"/>
                <a:gridCol w="850090"/>
                <a:gridCol w="850090"/>
                <a:gridCol w="850090"/>
                <a:gridCol w="850090"/>
                <a:gridCol w="1038999"/>
              </a:tblGrid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Makaela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Culler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921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912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1,833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Zavius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Calloway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503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961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1,464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Jaylon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Williams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905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417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1,322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Johnathan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Ermel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695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408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1,103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George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Harris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510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533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1,043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David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Kearse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298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706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1,004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Armando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Avalos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319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628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947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Gregory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Brown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503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418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921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Picker Totals (2 of 2)</a:t>
            </a:r>
            <a:endParaRPr lang="en-US" sz="2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755636"/>
                <a:gridCol w="1227908"/>
                <a:gridCol w="1322363"/>
                <a:gridCol w="850090"/>
                <a:gridCol w="850090"/>
                <a:gridCol w="850090"/>
                <a:gridCol w="850090"/>
                <a:gridCol w="850090"/>
                <a:gridCol w="1038999"/>
              </a:tblGrid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Akeem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Bouknight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554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365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919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Travis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Abney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274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477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751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11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Bendrix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Hook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581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155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736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Jalen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Brown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398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326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724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13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O'Mari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Rajah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417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272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689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Kyle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Graham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253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162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415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Jprinnes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Mccullough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70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70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Zacchaeus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Johnson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Putaway Efficiency (1 of 2)</a:t>
            </a:r>
            <a:endParaRPr lang="en-US" sz="2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682496"/>
                <a:gridCol w="1682496"/>
                <a:gridCol w="1682496"/>
                <a:gridCol w="1682496"/>
                <a:gridCol w="1682496"/>
                <a:gridCol w="1682496"/>
              </a:tblGrid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Pallets Moved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Roderick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Myles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80.5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1057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13.1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Donald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Lynch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87.75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1116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12.7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Gabriel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Cabalbag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87.75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951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10.8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Dakota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Grubbs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47.75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509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10.7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Jimmy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McBride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84.75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888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10.5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Michael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Orta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75.0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733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9.8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Tashan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Charles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67.25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624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9.3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Patrick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Ames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82.75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8.8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Jonathan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Seabrooks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90.75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772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8.5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Putaway Efficiency (2 of 2)</a:t>
            </a:r>
            <a:endParaRPr lang="en-US" sz="2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682496"/>
                <a:gridCol w="1682496"/>
                <a:gridCol w="1682496"/>
                <a:gridCol w="1682496"/>
                <a:gridCol w="1682496"/>
                <a:gridCol w="1682496"/>
              </a:tblGrid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Pallets Moved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Anthony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Quattlebaum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72.0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608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8.4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11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Daquan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Adams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115.5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953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8.3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13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Darryl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Dozier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70.75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583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8.2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Virgil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Calvin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84.5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673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Lamar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Washington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90.0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626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Jakyrick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Hallingquest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69.0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438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6.3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17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Tyreak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Rogers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76.25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460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William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Butler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Putaway Totals (1 of 2)</a:t>
            </a:r>
            <a:endParaRPr lang="en-US" sz="2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Donald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Lynch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624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492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1,116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Roderick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Myles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606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451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1,057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Daquan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Adams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423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530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953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Gabriel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Cabalbag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487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464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951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Jimmy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McBride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380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508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888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Jonathan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Seabrooks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315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457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772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Michael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Orta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413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320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733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Patrick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Ames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388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337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725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Virgil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Calvin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327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346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673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Putaway Totals (2 of 2)</a:t>
            </a:r>
            <a:endParaRPr lang="en-US" sz="2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Lamar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Washington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361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265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626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11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Tashan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Charles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226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398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624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13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Anthony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Quattlebaum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430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178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608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Darryl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Dozier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258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583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Dakota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Grubbs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144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365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509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Tyreak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Rogers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274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186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460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17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Jakyrick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Hallingquest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172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266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438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William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Butler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Bin Maker/Cons Efficiency</a:t>
            </a:r>
            <a:endParaRPr lang="en-US" sz="2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Moves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12 hr. Projection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Wayne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Amerson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80.0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593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7.4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88.9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Terrance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Shiver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74.5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522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84.1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Rodney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Betancourt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83.0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421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5.1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60.9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Austin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Hickox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83.0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357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4.3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51.6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Boyd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Evans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80.25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345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4.3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51.6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Terence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Smith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82.25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353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4.3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51.5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Kyietcha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Brown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70.75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290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4.1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49.2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MAU US5 Warehouse Dashboard</dc:title>
  <dc:subject>PptxGenJS Presentation</dc:subject>
  <dc:creator>MAU US5 Warehouse</dc:creator>
  <cp:lastModifiedBy>MAU US5 Warehouse</cp:lastModifiedBy>
  <cp:revision>1</cp:revision>
  <dcterms:created xsi:type="dcterms:W3CDTF">2026-04-01T15:36:25Z</dcterms:created>
  <dcterms:modified xsi:type="dcterms:W3CDTF">2026-04-01T15:36:25Z</dcterms:modified>
</cp:coreProperties>
</file>