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97FE6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97FE6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197FE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49F73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9F73"/>
                </a:solidFill>
                <a:latin typeface="Segoe UI"/>
              </a:rPr>
              <a:t>1,037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736,967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30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24,566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5,806/day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30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26,134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14 pickers  ·  September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17,174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11 staff  ·  September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13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4.7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7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97FE6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10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34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174,166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30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Orji Kalu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Jaylon Williams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FE6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r>
              <a:rPr b="1">
                <a:solidFill>
                  <a:srgbClr val="149F73"/>
                </a:solidFill>
                <a:latin typeface="Segoe UI"/>
              </a:rPr>
              <a:t>Jalen Brown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197FE6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97FE6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424.6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56502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66725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70860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389.8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52585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80227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376.7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374.3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369.2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64159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52774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334.0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326.2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35410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324.9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50127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321.3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313.1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39938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312.0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47964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304.5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57844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290.7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35511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286.4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103.75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29439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283.7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38320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141.5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32809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151.75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28529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80,227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80,210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77,207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76,911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29227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20267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73,559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70,860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64,159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17489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61,884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19866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14738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57,844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18844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16732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57,552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16867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56,502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14845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52,774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13153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10709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52,585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50,127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10934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9485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47,964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9389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41,872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10574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38,320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37,083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Lewis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9818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35,511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35,410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Durant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32,809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29,439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9741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29,192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Christopher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Shaw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28,529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2059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2,536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7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177.75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6729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187.25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5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768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1,800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76814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67294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Anderson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46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67295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Seabrooks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687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