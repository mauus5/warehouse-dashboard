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16750"/>
            <a:ext cx="8229600" cy="6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97FE6"/>
                </a:solidFill>
                <a:latin typeface="Segoe UI"/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016750"/>
            <a:ext cx="82296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5B8"/>
                </a:solidFill>
                <a:latin typeface="Segoe UI"/>
              </a:rPr>
              <a:t>September 2026  ·  Key Performance Indicators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676750"/>
            <a:ext cx="8229600" cy="3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97FE6"/>
                </a:solidFill>
                <a:latin typeface="Segoe UI"/>
              </a:rPr>
              <a:t>WAREHOUSE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2000" y="2856750"/>
            <a:ext cx="600000" cy="20000"/>
          </a:xfrm>
          <a:prstGeom prst="rect">
            <a:avLst/>
          </a:prstGeom>
          <a:solidFill>
            <a:srgbClr val="197FE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49F73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9F73"/>
                </a:solidFill>
                <a:latin typeface="Segoe UI"/>
              </a:rPr>
              <a:t>1,023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389,950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16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24,372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5,455/day</a:t>
            </a:r>
            <a:endParaRPr lang="en-US" sz="4200" dirty="0"/>
          </a:p>
        </p:txBody>
      </p:sp>
      <p:sp>
        <p:nvSpPr>
          <p:cNvPr id="16" name="Rounded Rectangle 15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SEPTEMBER 2026  ·  16 DAYS TRACKED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27,116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15 pickers  ·  August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21,223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15 staff  ·  August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9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5.1</a:t>
            </a:r>
            <a:endParaRPr lang="en-US" sz="4200" dirty="0"/>
          </a:p>
        </p:txBody>
      </p:sp>
      <p:sp>
        <p:nvSpPr>
          <p:cNvPr id="17" name="TextBox 16"/>
          <p:cNvSpPr txBox="1"/>
          <p:nvPr/>
        </p:nvSpPr>
        <p:spPr>
          <a:xfrm>
            <a:off x="1097280" y="4846320"/>
            <a:ext cx="329184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B7688"/>
                </a:solidFill>
                <a:latin typeface="Segoe UI"/>
              </a:rPr>
              <a:t>4 days unconfirmed in 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MIXED PERIOD  ·  SEE SUBLABELS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9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25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0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87,286</a:t>
            </a:r>
            <a:endParaRPr lang="en-US" sz="4200" dirty="0"/>
          </a:p>
        </p:txBody>
      </p:sp>
      <p:sp>
        <p:nvSpPr>
          <p:cNvPr id="15" name="Rounded Rectangle 14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SEPTEMBER 2026  ·  16 DAYS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Orji Kalu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loading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productivity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safety record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team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Jaylon Williams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Exceeded productivity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Demonstrated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Donald Lynch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Superior putaway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Maintained quality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organization skills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achievement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Jalen Brown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leadership qualities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156.0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64871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151.0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61533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183.0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72631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396.9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Malachi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Burgess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60116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395.5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155.25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61047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130.5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51149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391.9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138.0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53847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390.2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251.0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97392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42933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66070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379.2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165.25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62401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377.6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47542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375.1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171.75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61696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359.2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143.0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50464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352.9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137.25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46691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340.2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118.0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39861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337.8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143.5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47418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330.4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Keisler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30116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327.3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160.75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49350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307.0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Steven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184.25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56363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305.9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27906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300.9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144.75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275.1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148.5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40662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273.8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248.75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67864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139.5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37620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269.7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24263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29018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19281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24830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97,392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22988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14352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22364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12927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72,631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17371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15145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13410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21938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67,864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19051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12683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16903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66,070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18430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14232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18163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14046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64,871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15518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16254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21734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62,401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20201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11333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21768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8394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61,696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11616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19348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22442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8127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61,533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19051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11880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61,047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Malachi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Burgess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16104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23377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11425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60,116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Steven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12352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12568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16178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56,363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11681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10624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18549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53,847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12607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17135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51,149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11748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12763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12861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13092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50,464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14346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10480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49,350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15804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8334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11375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12029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47,542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10328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17621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12150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47,418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16823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3850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11910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14108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46,691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6509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17350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6793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12281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42,933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10065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11166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11879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40,662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15290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6268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10480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39,861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39,817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7124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11574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10152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37,620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Keisler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7319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30,116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10369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27,906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112.0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221.0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145.25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1932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208.0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141.25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1086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157.0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1897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2046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Zacchaeus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99.0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862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3,106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2,757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2,610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2,295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2,283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1,991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1,897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1,744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1,738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1,695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1,593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1,332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1,086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Zacchaeus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184.25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2153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147.5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1372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119.5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156.25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Butler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194.0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Tashan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Charles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Lamar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Washington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165.75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1505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229.25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2032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156.75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Patrick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138.0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1163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179.25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1490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164.5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Jakyrick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Hallingquest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140.5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480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2,153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2,032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1,913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487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1,701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1,622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Lamar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Washington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1,505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1,490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1,372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1,336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Patrick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1,163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Tashan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Charles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1,144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1,104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Jakyrick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Hallingquest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Butler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Bin Maker/Cons Efficiency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Austin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Hickox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106.2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Boyd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Evans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153.0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Terence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Smith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117.5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52.7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Wayne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Amerson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Rodney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Betancourt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172.5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Terrance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Shiver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194.75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829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Kyietcha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163.25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49.8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2026-04-01T15:36:25Z</dcterms:created>
  <dcterms:modified xsi:type="dcterms:W3CDTF">2026-04-01T15:36:25Z</dcterms:modified>
</cp:coreProperties>
</file>