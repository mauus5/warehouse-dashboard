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</a:rPr>
              <a:t>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845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443,399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19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23,336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6,191/day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6,232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17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5,093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16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3.71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110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134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90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117,645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Employee of the Month - February 2026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Loader of the Month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Malachi Burgess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Picker of the Month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Austin Hickox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Putaway of the Month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Donald Lynch</a:t>
            </a:r>
            <a:endParaRPr lang="en-US" sz="4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(1 of 3)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498.08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5976.91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488.34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5860.1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477.69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5732.25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439.58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5274.99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435.21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5222.54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429.7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5156.43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426.04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5112.42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425.97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5111.61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423.48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5081.72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422.81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5073.78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421.02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5052.27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(2 of 3)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409.0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4908.03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408.14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4897.62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407.01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4884.17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4797.32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395.62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4747.38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376.38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4516.55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356.02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4272.22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328.64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3943.65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86.75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3935.86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318.14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3817.72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309.89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3718.69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274.35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3292.18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(3 of 3)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267.03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3204.41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257.62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3091.46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3083.19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3075.94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Steven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210.6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164.7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1976.38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Rasheed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1144.67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11828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22957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15257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14262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11063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14141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10684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12708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13891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12917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8337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14710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6335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14524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6068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8310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6154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(1 of 2)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4297680"/>
        </p:xfrm>
        <a:graphic>
          <a:graphicData uri="http://schemas.openxmlformats.org/drawingml/2006/table">
            <a:tbl>
              <a:tblPr/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Trynatee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Douse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97.25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15.26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183.12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Gregory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104.5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13.59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163.06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Jaylon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108.25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13.39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160.63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Zavius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Calloway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128.25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12.48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149.8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George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95.25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12.2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146.39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Jones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121.5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12.11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145.28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74.25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11.96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143.52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11.02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132.29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10.65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127.74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104.25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10.46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125.47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(2 of 2)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4297680"/>
        </p:xfrm>
        <a:graphic>
          <a:graphicData uri="http://schemas.openxmlformats.org/drawingml/2006/table">
            <a:tbl>
              <a:tblPr/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114.75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10.1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121.2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85.75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9.95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119.37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136.25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9.58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114.94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102.5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114.03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136.5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9.39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112.7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180.5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9.37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112.49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89.75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7.15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85.84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2026 (1 of 2)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429768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Zavius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Calloway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Trynatee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Douse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Thomas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Jones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Jaylon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Gregory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George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2026 (2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429768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(1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4297680"/>
        </p:xfrm>
        <a:graphic>
          <a:graphicData uri="http://schemas.openxmlformats.org/drawingml/2006/table">
            <a:tbl>
              <a:tblPr/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Dakota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Grubbs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Keyton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11.78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141.32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Silvia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Carias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117.25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10.31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123.74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Roderick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Myles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10.04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120.48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Donald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Lynch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142.75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9.6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115.17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130.75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9.43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113.16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158.25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9.06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108.74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115.25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8.54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102.46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8.36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100.26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(2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4297680"/>
        </p:xfrm>
        <a:graphic>
          <a:graphicData uri="http://schemas.openxmlformats.org/drawingml/2006/table">
            <a:tbl>
              <a:tblPr/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7.77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93.21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7.16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85.91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7.14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85.7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112.25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76.01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5.87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70.41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March 2026 (1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5: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Dakota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Grubbs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Donald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Lynch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Keyton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Roderick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Myles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Silvia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Carias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March 2026 (2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Week 5: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Bin Maker/Cons Efficiency - March 2026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731520"/>
          <a:ext cx="6400800" cy="429768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Moves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Bryan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Morant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41.25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5.09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61.09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Rodney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Betancourt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141.25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4.81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57.77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Terence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Smith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130.75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4.74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56.9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Wayne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Amerson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4.37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52.4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Danielle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Rikard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39.87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Terrance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Shiver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160.75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37.33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Warehouse Dashboard</dc:title>
  <dc:subject>PptxGenJS Presentation</dc:subject>
  <dc:creator>US5 Warehouse</dc:creator>
  <cp:lastModifiedBy>US5 Warehouse</cp:lastModifiedBy>
  <cp:revision>1</cp:revision>
  <dcterms:created xsi:type="dcterms:W3CDTF">2026-03-23T18:15:56Z</dcterms:created>
  <dcterms:modified xsi:type="dcterms:W3CDTF">2026-03-23T18:15:56Z</dcterms:modified>
</cp:coreProperties>
</file>