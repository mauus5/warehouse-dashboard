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848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582,395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25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23,295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5,603/day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3.76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140,092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Malachi Burgess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productivity and consistency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safety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daily loading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Positive team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Austin Hickox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goals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Exemplary teamwork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Zero errors in placement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Leadership and mentorship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29,511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5,860.10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38,755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40,002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45,441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48,568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25,984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47,747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39,956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23,051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5,052.27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42,242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58,203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33,521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35,473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26,213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- March 2026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58,203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22,957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48,568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47,747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45,441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42,242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38,755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- March 2026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35,473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33,521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29,511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26,213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- March 2026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25,984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- March 2026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Makaela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Culler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1692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- March 2026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Makaela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Culler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1692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- March 2026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- March 2026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2026-03-26T15:41:39Z</dcterms:created>
  <dcterms:modified xsi:type="dcterms:W3CDTF">2026-03-26T15:41:39Z</dcterms:modified>
</cp:coreProperties>
</file>