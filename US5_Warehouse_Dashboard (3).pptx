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4ECDC4"/>
                </a:solidFill>
              </a:defRPr>
            </a:pPr>
            <a:r>
              <a:t>US5 Warehouse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Key Performance Indicators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Safety &amp; Loader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Days Without OSHA Recordable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834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Total Tires Loaded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253,809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11 days tracked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Per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23,073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Loaded vs Drop Avg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6,029/day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Warehouse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Pallets Picked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6,232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17 pickers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Pallets Putaway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4,972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16 staff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Late 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Roll 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0.36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Additional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Bins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Max Bins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134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Min Bins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Loaded vs Drop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66,326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Employee of the Month - February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Loader of the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Malachi Burgess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Picker of the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Austin Hickox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Putaway of the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Donald Lynch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