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ECDC4"/>
                </a:solidFill>
              </a:defRPr>
            </a:pPr>
            <a:r>
              <a:t>US5 Warehouse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Safety &amp; Loader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Days Without OSHA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828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Total Tires Loaded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107,486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5 days tracked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21,497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Avg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4,811/day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Warehouse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Picked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4,310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17 pickers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Pallets Putaway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3,498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87878"/>
                </a:solidFill>
              </a:defRPr>
            </a:pPr>
            <a:r>
              <a:t>16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Late 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Roll 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0.60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Additional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Average Bins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Max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Min Bins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113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Loaded vs Drop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24,055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ECDC4"/>
                </a:solidFill>
              </a:defRPr>
            </a:pPr>
            <a:r>
              <a:t>Employee of the Month - February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Loader of the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Malachi Burgess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8288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Picker of the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7432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Austin Hickox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5943600" cy="2286000"/>
          </a:xfrm>
          <a:prstGeom prst="rect">
            <a:avLst/>
          </a:prstGeom>
          <a:solidFill>
            <a:srgbClr val="282846"/>
          </a:solidFill>
          <a:ln w="381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846320"/>
            <a:ext cx="5394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Putaway of the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486400"/>
            <a:ext cx="5394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BE881"/>
                </a:solidFill>
              </a:defRPr>
            </a:pPr>
            <a:r>
              <a:t>Donald Lynch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