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0679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4ECDC4"/>
                </a:solidFill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Key Performance Indicators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ECDC4"/>
                </a:solidFill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0A0"/>
                </a:solidFill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BE881"/>
                </a:solidFill>
              </a:rPr>
              <a:t>985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0A0"/>
                </a:solidFill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307,392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</a:rPr>
              <a:t>12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0A0"/>
                </a:solidFill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25,616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5,808/day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ECDC4"/>
                </a:solidFill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0A0"/>
                </a:solidFill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7,201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</a:rPr>
              <a:t>16 pickers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0A0"/>
                </a:solidFill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6,096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</a:rPr>
              <a:t>18 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0A0"/>
                </a:solidFill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BE881"/>
                </a:solidFill>
              </a:rPr>
              <a:t>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0A0"/>
                </a:solidFill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5.5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ECDC4"/>
                </a:solidFill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0A0"/>
                </a:solidFill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42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0A0"/>
                </a:solidFill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71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0A0"/>
                </a:solidFill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15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69,701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Malachi Burgess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loading performance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productivity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safety record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Makaela Culler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picking accuracy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• Exceeded productivity targets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efficiency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Donald Lynch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• Superior putaway performance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• Maintained quality standards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organization skills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ECDC4"/>
                </a:solidFill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Wayne Amerson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overall performance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work ethic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• Strong leadership qualities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05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Bralen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Keisler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14.25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6922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485.8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Yoslandy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Perez-Garcia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19051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443.0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Fermin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Flores Trejo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27.0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11681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432.6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Alexander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Cruz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44.25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19051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430.5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Rhone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27.0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11616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430.2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Malachi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Burgess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21.5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9210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428.4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Malcolm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Davis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57.0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24263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425.7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Carlos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Martinez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43.75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18430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421.3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Orji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Kalu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55.25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22988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416.1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Pedro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Lopez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32.75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12512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382.0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Whitt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6509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371.9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Denzell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Kitching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46.0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16823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365.7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05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Levonta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Grooms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33.0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11748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356.0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Pulido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56.75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20201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356.0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Jacob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Lyles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44.5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15804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355.1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Lucas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Juarez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43.75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15518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354.7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Mayes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45.0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15290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339.8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Sekwan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Jenkins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30.75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10328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335.9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Steven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47.25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15265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323.1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Ammar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McRiney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40.0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12830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320.8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Ernest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Curry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44.5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14019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315.0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Elder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Ndukwe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32.75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10065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307.3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Tyler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Bryant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15265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305.3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Stanley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57.25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17371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303.4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Bennett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43.75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12859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293.9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Keyon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Hair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8262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266.5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Gonder Jr.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29.0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7124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245.7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Alton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Dennison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4083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214.9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89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Malcolm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Davis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24263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24,263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Orji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Kalu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22988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22,988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Pulido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20201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20,201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Alexander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Cruz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19051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19,051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Yoslandy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Perez-Garcia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19051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19,051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Carlos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Martinez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18430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18,430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Stanley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17371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17,371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Denzell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Kitching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16823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16,823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Jacob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Lyles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15804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15,804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89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Lucas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Juarez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15518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15,518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Willis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Mayes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15290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15,290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Steven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15265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15,265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Tyler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Bryant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15265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15,265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Ernest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Curry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14019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14,019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Bennett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12859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12,859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Ammar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McRiney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12830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12,830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Pedro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Lopez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12512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12,512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Levonta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Grooms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11748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11,748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89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Fermin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Flores Trejo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11681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11,681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William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Rhone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11616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11,616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Sekwan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Jenkins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10328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10,328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Elder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Ndukwe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10065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10,065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Malachi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Burgess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9210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9,210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Keyon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Hair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8262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8,262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Gonder Jr.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7124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7,124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Bralen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Keisler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6922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6,922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Whitt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6509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6,509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Travis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Armando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Avalos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23.63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Bendrix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Hook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581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17.09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David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Kearse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18.0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298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16.56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George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Harris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34.75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14.68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Jaylon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Williams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62.25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905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14.54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Zavius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Calloway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34.75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14.47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Gregory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14.17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Makaela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Culler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66.75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921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13.8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Johnathan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Ermel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52.0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695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13.37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Akeem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Bouknight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45.5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554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12.18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O'Mari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Rajah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34.75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417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Jalen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35.75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398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11.13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Abney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27.5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274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9.96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Kyle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Graham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41.5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6.1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Jprinnes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Mccullough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33.25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2.11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Zacchaeus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Johnson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25.25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89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Makaela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Culler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921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921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Jaylon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Williams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905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905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Johnathan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Ermel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695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695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Bendrix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Hook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581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581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Akeem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Bouknight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George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Harris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Gregory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Zavius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Calloway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00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89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O'Mari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Rajah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Jalen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398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398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Armando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Avalos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David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Kearse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298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298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Abney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Kyle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Graham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Jprinnes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Mccullough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Zacchaeus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Johnson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Roderick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Roderick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Myles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46.0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606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Dakota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Grubbs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Donald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Lynch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52.25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624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Gabriel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Cabalbag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41.75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487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Jimmy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McBride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36.25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Tashan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Charles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226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Wyatt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McPherson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21.0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Virgil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Calvin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36.25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Anthony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Quattlebaum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47.75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Orta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46.0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413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Jonathan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Seabrooks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35.25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Darryl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Dozier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38.0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Patrick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Ames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47.5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388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Daquan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Adams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52.5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Donald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Lynch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624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624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Roderick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Myles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606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606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Gabriel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Cabalbag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487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487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Anthony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Quattlebaum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430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Daquan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Adams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Orta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Patrick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Ames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388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388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Virgil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Calvin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327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327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Darryl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Dozier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Jonathan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Seabrooks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Tyreak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Rogers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Tashan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Charles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Wyatt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McPherson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Jakyrick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Hallingquest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Moves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Austin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Hickox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37.0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8.43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101.2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Boyd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Evans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7.56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90.7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Kyietcha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23.25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6.15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73.8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Wayne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Amerson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39.5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4.53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54.4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Terrance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Shiver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47.5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4.42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53.1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Rodney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Betancourt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34.75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4.32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51.8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1173</Words>
  <Application>Microsoft Office PowerPoint</Application>
  <PresentationFormat>On-screen Show (16:9)</PresentationFormat>
  <Paragraphs>873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Brandon Waller</cp:lastModifiedBy>
  <cp:revision>1</cp:revision>
  <dcterms:created xsi:type="dcterms:W3CDTF">2026-04-01T15:36:25Z</dcterms:created>
  <dcterms:modified xsi:type="dcterms:W3CDTF">2026-08-13T14:57:31Z</dcterms:modified>
</cp:coreProperties>
</file>