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530,506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23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23,065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5,600/day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3.68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108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75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128,818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Employee of the Month - February 2026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Loader of the Month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Malachi Burgess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Picker of the Month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Austin Hickox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Putaway of the Month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Donald Lynch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</a:rPr>
              <a:t>Loader of the Month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February 2026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E881"/>
                </a:solidFill>
              </a:rPr>
              <a:t>Malachi Burgess</a:t>
            </a:r>
            <a:endParaRPr lang="en-US" sz="5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</a:rPr>
              <a:t>Picker of the Month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February 2026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E881"/>
                </a:solidFill>
              </a:rPr>
              <a:t>Austin Hickox</a:t>
            </a:r>
            <a:endParaRPr lang="en-US" sz="5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</a:rPr>
              <a:t>Putaway of the Month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February 2026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E881"/>
                </a:solidFill>
              </a:rPr>
              <a:t>Donald Lynch</a:t>
            </a:r>
            <a:endParaRPr lang="en-US" sz="5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</a:rPr>
              <a:t>Employee of the Month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February 2026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E881"/>
                </a:solidFill>
              </a:rPr>
              <a:t>Donald Lynch</a:t>
            </a:r>
            <a:endParaRPr lang="en-US" sz="5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5860.1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183.12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163.06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160.63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146.39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145.28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125.47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(1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(2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123.74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113.16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108.74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93.21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(1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(2 of 2)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2026-03-24T14:16:49Z</dcterms:created>
  <dcterms:modified xsi:type="dcterms:W3CDTF">2026-03-24T14:16:49Z</dcterms:modified>
</cp:coreProperties>
</file>