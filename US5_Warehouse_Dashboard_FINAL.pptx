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DC4"/>
                </a:solidFill>
              </a:defRPr>
            </a:pPr>
            <a:r>
              <a:t>US5 Warehouse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Updated: March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Safety &amp; Loader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Days Without OSHA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826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Total Tires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628,189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27 days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23,266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4,937/day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Warehouse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2,122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14 pickers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Putaway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1,609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13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Late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Roll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0.06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Additional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Bins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149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Max 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208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Min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133,315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Employee of the Month -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Loader of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Malachi Burgess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Austin Hickox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of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Donald Lynch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