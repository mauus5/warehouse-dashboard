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847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554,495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24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23,103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5,629/day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20,036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20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15,927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3.75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101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30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135,099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Malachi Burgess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productivity and consistency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safety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daily loading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Positive team leadership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Austin Hickox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goals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Exemplary teamwork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Zero errors in placement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February 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E881"/>
                </a:solidFill>
              </a:rPr>
              <a:t>Donald Lynch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Leadership and mentorship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498.0759493670886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5976.911392405063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488.34200743494426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5860.104089219331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477.6872727272727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5732.2472727272725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5520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439.5824175824176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5274.989010989011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435.2118226600985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5222.541871921182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429.70212765957444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5156.425531914893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426.03508771929825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5112.421052631579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425.9672131147541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5111.606557377049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423.4767184035477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5081.720620842572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422.81481481481484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5073.777777777778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421.0228310502283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5052.273972602739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409.0027548209366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4908.033057851239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408.1352657004831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4897.623188405797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407.013986013986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4884.167832167832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399.7763157894737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4797.315789473684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395.6151202749141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4747.381443298969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376.37931034482756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4516.551724137931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356.01801801801804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4272.216216216217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328.6372549019608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3943.6470588235293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327.9884726224784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3935.861671469741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318.1434977578475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3817.72197309417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309.890625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3718.6875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274.3484848484849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3292.1818181818185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- March 2026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267.03396226415094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3204.4075471698116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257.6216216216216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3091.459459459459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256.93220338983053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3083.1864406779664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256.32835820895525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3075.940298507463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Steven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210.60402684563758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2527.248322147651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164.6984126984127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1976.3809523809525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Rasheed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95.38888888888889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1144.6666666666665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#DIV/0!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Orji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Kalu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58203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Alexander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Cruz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48568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15257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47747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Estrada Suarez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Lucas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Juarez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23845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Fermin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Flores Trejo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16510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11063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14669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Pedro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Lopez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40002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Yoslandy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Perez-Garcia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39956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Pulido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38755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Levonta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Grooms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Erik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Gonzalez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10684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12708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33521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Malachi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Burgess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Rhone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32841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Sekwan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Jenkins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13891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32745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Bralen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Keisler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15693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30383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Jacob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Denzell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Kitching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12917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28781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Ernest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Curry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26213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March 2026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Malcolm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6335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Whitt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23051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Jasir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Anderson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6068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9143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19759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Pierce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8310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Snipes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17691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Dennison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17174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- March 2026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114.75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180.5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6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- March 2026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Makaela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Zavius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Calloway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Trynatee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Douse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Thomas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Jones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689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Jaylon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Gregory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Austin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Hickox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Jaren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Martinez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George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Harris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- March 2026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Bendrix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Akeem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Bouknight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Johnathan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Ermel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Travis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Abney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Desmond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Ledell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Armando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Avalos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Joshua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Threatt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David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Kearse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142.75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158.25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115.25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- March 2026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112.25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C4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- March 2026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Patrick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Ames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Dakota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Grubbs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Donald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Lynch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Keyton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Roderick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Myles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Anthony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Quattlebaum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1233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Silvia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Carias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Washington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- March 2026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Gabriel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Cabalbag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296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Ashley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Fuller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388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Kyietcha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894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Virgil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Calvin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Tyreak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William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Butler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Daquan 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 - March 2026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Bryan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5.090909090909091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61.09090909090909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Rodney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Betancourt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141.25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4.814159292035399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57.76991150442478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Terence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Smith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4.741873804971319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56.902485659655824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Wayne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Amerson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4.36697247706422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52.40366972477064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Danielle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Rikard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3.322314049586777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39.867768595041326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Terrance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160.75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3.1104199066874028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37.32503888024883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2026-03-25T16:06:12Z</dcterms:created>
  <dcterms:modified xsi:type="dcterms:W3CDTF">2026-03-25T16:06:12Z</dcterms:modified>
</cp:coreProperties>
</file>