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935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524,206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21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24,962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6032/day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20,365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15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17,761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5.1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43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92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126,672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Alex Cruz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Zavius Calloway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Roderick Myles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Terrance Shiver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30072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443.87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32332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422.64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437.19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29564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419.35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428.97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31662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416.61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427.60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20610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416.36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31662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412.53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424.78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32332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411.87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24562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402.66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94.25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37173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394.41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401.23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34326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384.61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400.88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23250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370.52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88.75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32688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368.32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22561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359.54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36576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352.54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384.484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39885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352.19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21117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340.6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374.60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26973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339.28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368.01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18110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336.93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350.42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Keisler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15776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317.11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19811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316.98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22284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314.97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20037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314.31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26089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309.66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14501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294.44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26317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294.04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16154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292.38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16177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274.19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311.77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Jasir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Anderson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13296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271.35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15301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235.4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30,025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279.50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22252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17633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39885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17519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37173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16900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36576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12211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22115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34326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13323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19365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32688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17457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32332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17457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32332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31662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31662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30072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13113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16451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29564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15614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26973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10098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16219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26089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13113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11449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24562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12935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23250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14122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22561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13789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22284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21117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20610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11467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20037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12765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19811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8193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18110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16177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16154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Keisler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8703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15776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9872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15301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18.83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120.25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78.75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3.08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58.75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64.0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Wyatt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McPherson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Patrick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6.99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Patrick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Terrance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Shiver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61.32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Betancourt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Terence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Smith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Bryan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Morant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Dukes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42.72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Wayne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