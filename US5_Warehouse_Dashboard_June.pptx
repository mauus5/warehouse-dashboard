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939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620,284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25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24,811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6,545/day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20,468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19,096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43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92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163,630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Alex Cruz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Zavius Calloway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Terrance Shiver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431.1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50,999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406.4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406.3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31,393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49,695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29,201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386.8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62,251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33,942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54,065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47,239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334.6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306.2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35,532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253.3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22366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62,251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16900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54,065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50,999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17519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12522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49,695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47,841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15614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47,239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41,709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13323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19365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40,151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35,532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33,942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18239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31,393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11091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29,201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26,530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22,189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