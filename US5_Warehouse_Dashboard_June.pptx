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944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724,803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30 days tracked (complete)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24,160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5,887/day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25,299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14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25,637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4.2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43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92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176,605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Alex Cruz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Zavius Calloway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Roderick Myles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Terrance Shiver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72,762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418.8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59,027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417.9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58,997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416.9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55,799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414.9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55,799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67,148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152.25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61,716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405.4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47,629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396.9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172.25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68,360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396.9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56,787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48,700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Rapalo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32,785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211.75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79,930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37,945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373.8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55,431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367.7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49,901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363.6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40,860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352.2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69,345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351.6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44,186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52,399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60,168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Keisler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32,740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319.4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36,652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313.9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100.25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30,605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305.3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45,112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300.7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39,384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296.1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114.0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32,792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287.6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31,764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251.1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22252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17633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22366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17679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79,930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13113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16451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21435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21763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72,762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16900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17489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69,345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17519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12522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18665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68,360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13113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11449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21360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21226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67,148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17457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21315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8069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61,716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15614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12929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60,168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17318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59,027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17457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18596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8069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58,997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12211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22115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10783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56,787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16179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7958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55,799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16179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7958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55,799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13323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19365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7463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55,431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10098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16219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10940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15142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52,399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14122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15959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49,901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12935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14354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11096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48,700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10783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16236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47,629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9443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9580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45,112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13789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11906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44,186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12765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8208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12841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40,860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11826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39,384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8193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11091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8744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37,945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9443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36,652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11467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32,792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Rapalo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15467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17318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32,785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Keisler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8703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10754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32,740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9872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10414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31,764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104.0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181.0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11.08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168.75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111.75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Wyatt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McPherson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Patrick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Terrance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Shiver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5.06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60.8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Betancourt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Terence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Smith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131.0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Bryan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Morant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Wayne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Dukes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