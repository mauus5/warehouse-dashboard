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ECDC4"/>
                </a:solidFill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Key Performance Indicators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937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577,114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23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25,092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6,401/day</a:t>
            </a:r>
            <a:endParaRPr lang="en-US" sz="4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20,468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15 pickers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19,096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17 staff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</a:rPr>
              <a:t>0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4.8</a:t>
            </a:r>
            <a:endParaRPr lang="en-US" sz="4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43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92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2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283846"/>
          </a:solidFill>
          <a:ln w="254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147,228</a:t>
            </a:r>
            <a:endParaRPr lang="en-US" sz="4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Alex Cruz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Zavius Calloway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Roderick Myles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Terrance Shiver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283846"/>
          </a:solidFill>
          <a:ln w="38100">
            <a:solidFill>
              <a:srgbClr val="4ECDC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96.75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41,709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431.1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121.25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122.5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50,999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416.3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47,841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410.7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45,922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407.3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132.0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53,647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406.4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117.75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47,841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406.3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31,393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405.1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49,695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394.4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Rapalo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15,467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394.1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45,109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388.9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29,201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386.8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3059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62,251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380.2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109.25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40,151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102.75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37,604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93.25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33,942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364.0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155.25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54,065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348.2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138.25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47,239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341.7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28,019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334.6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30,560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325.1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99.5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32,280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324.4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26,530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37,257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310.5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0591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27,558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306.2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Erik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Gonzalez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35,532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303.7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22,189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297.8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87.0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24,376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280.2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101.5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25,715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253.3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Malcolm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22252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17633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22366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62,251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Pulido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16900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19676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17489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54,065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Alexander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Cruz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17457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14875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53,647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Malachi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Burgess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13113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16451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21435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50,999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Yoslandy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Perez-Garcia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17457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14875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18596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50,928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Orji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Kalu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17519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19654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12522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49,695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Lucas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18237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13425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16179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47,841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Pedro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Lopez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18237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13425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16179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47,841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Stanley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11359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15614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47,239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Rhone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13113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11449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21360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45,922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Steven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12211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22115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10783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45,109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Carlos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19698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10374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41,709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Denzell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Kitching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13323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19365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7463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40,151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Whitt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12935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10315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14354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37,604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Levonta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Grooms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16219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10940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37,257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Erik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Gonzalez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14453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9443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35,532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Suarez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8439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14122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11381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33,942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Jacob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8495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13789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32,280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Fermin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Flores Trejo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18239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10783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31,393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McRiney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6664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14453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9443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30,560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Sekwan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Jenkins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9917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11091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29,201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Mayes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7046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12765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8208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28,019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Ernest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Curry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8404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11381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27,558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Keisler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8703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7073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10754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26,530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Elder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Ndukwe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5429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9872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10414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25,715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Alton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Dennison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11467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8570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24,376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Gonder Jr.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7607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8547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22,189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Travis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98.25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17.55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139.75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2013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14.4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116.0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2639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13.33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12.59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Jaren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1679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144.5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1784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81.25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11.41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Joshua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Threatt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81.0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111.75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103.75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89.5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352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2.62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Makaela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Culler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1133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2639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Bendrix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Hook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Johnathan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Ermel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567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David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Kearse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730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1724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Jaren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Martinez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1679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Armando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Avalos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557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George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Harris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453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322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Akeem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Bouknight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  <a:gridCol w="1074420"/>
              </a:tblGrid>
              <a:tr h="477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1: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3: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Austin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Hickox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Travis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Abney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Gregory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317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Joshua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Threatt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892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Jaylon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Williams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770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Zavius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Calloway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718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Jalen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352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O'Mari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Rajah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237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Roderick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124.25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80.75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12.09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134.0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11.98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133.0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128.0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William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Butler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10.09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130.25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9.87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120.25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125.5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9.71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Wyatt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McPherson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77.25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104.75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132.25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9.04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146.5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7.94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Lamar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Washington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Roderick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Myles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564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1502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Michael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Orta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1434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Donald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Lynch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1345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Dakota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Grubbs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Jimmy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McBride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1219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Kyietcha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Brown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380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1195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31520"/>
          <a:ext cx="8595360" cy="429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372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1: 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2: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Week 3: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4: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 xml:space="preserve">Week 5: 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Boyd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Evans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348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420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1186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Daquan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Adams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Tashan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Charles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462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309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1147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Patrick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Ames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1061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Virgil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Calvin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394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336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1006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Darryl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Dozier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185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591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976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721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Gabriel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Cabalbag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483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226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963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731520"/>
          <a:ext cx="8412480" cy="429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6139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Terrance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Shiver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119.25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596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60.0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Rodney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Betancourt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140.75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678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4.82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57.8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Terence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Smith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107.5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490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54.7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Bryan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Morant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115.75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484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4.18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50.2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Wayne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Amerson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122.25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435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3.56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42.7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Marvin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Dukes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190.5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651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3.42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41.0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