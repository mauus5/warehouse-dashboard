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?>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notesMasters/_rels/notesMaster1.xml.rels><?xml version="1.0" encoding="UTF-8"?>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2286000"/>
            <a:ext cx="7315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4ECDC4"/>
                </a:solidFill>
              </a:rPr>
              <a:t>MAU US5 Warehouse Dashboard</a:t>
            </a:r>
            <a:endParaRPr lang="en-US" sz="6000" dirty="0"/>
          </a:p>
        </p:txBody>
      </p:sp>
      <p:sp>
        <p:nvSpPr>
          <p:cNvPr id="3" name="Text 1"/>
          <p:cNvSpPr/>
          <p:nvPr/>
        </p:nvSpPr>
        <p:spPr>
          <a:xfrm>
            <a:off x="914400" y="320040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</a:rPr>
              <a:t>Key Performance Indicators</a:t>
            </a:r>
            <a:endParaRPr lang="en-US" sz="2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4ECDC4"/>
                </a:solidFill>
              </a:rPr>
              <a:t>Safety &amp; Loader Operations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914400" y="137160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1097280" y="15544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Days Without OSHA Recordable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97280" y="21031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0BE881"/>
                </a:solidFill>
              </a:rPr>
              <a:t>931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5029200" y="137160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5212080" y="15544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Total Tires Loaded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212080" y="21031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406,371</a:t>
            </a:r>
            <a:endParaRPr lang="en-US" sz="4200" dirty="0"/>
          </a:p>
        </p:txBody>
      </p:sp>
      <p:sp>
        <p:nvSpPr>
          <p:cNvPr id="9" name="Text 7"/>
          <p:cNvSpPr/>
          <p:nvPr/>
        </p:nvSpPr>
        <p:spPr>
          <a:xfrm>
            <a:off x="5212080" y="274320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08080"/>
                </a:solidFill>
              </a:rPr>
              <a:t>16 days tracked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914400" y="347472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1097280" y="3657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Average Per Day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097280" y="42062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25,398</a:t>
            </a:r>
            <a:endParaRPr lang="en-US" sz="4200" dirty="0"/>
          </a:p>
        </p:txBody>
      </p:sp>
      <p:sp>
        <p:nvSpPr>
          <p:cNvPr id="13" name="Shape 11"/>
          <p:cNvSpPr/>
          <p:nvPr/>
        </p:nvSpPr>
        <p:spPr>
          <a:xfrm>
            <a:off x="5029200" y="347472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5212080" y="3657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Loaded vs Drop Avg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5212080" y="42062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6544/day</a:t>
            </a:r>
            <a:endParaRPr lang="en-US" sz="4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4ECDC4"/>
                </a:solidFill>
              </a:rPr>
              <a:t>Warehouse Operations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914400" y="137160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1097280" y="15544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Pallets Picked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97280" y="21031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20,365</a:t>
            </a:r>
            <a:endParaRPr lang="en-US" sz="4200" dirty="0"/>
          </a:p>
        </p:txBody>
      </p:sp>
      <p:sp>
        <p:nvSpPr>
          <p:cNvPr id="6" name="Text 4"/>
          <p:cNvSpPr/>
          <p:nvPr/>
        </p:nvSpPr>
        <p:spPr>
          <a:xfrm>
            <a:off x="1097280" y="274320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08080"/>
                </a:solidFill>
              </a:rPr>
              <a:t>15 pickers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029200" y="137160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5212080" y="15544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Pallets Putaway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212080" y="21031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17,761</a:t>
            </a:r>
            <a:endParaRPr lang="en-US" sz="4200" dirty="0"/>
          </a:p>
        </p:txBody>
      </p:sp>
      <p:sp>
        <p:nvSpPr>
          <p:cNvPr id="10" name="Text 8"/>
          <p:cNvSpPr/>
          <p:nvPr/>
        </p:nvSpPr>
        <p:spPr>
          <a:xfrm>
            <a:off x="5212080" y="274320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08080"/>
                </a:solidFill>
              </a:rPr>
              <a:t>17 staff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914400" y="347472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1097280" y="3657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Late Loads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097280" y="42062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0BE881"/>
                </a:solidFill>
              </a:rPr>
              <a:t>0</a:t>
            </a:r>
            <a:endParaRPr lang="en-US" sz="4200" dirty="0"/>
          </a:p>
        </p:txBody>
      </p:sp>
      <p:sp>
        <p:nvSpPr>
          <p:cNvPr id="14" name="Shape 12"/>
          <p:cNvSpPr/>
          <p:nvPr/>
        </p:nvSpPr>
        <p:spPr>
          <a:xfrm>
            <a:off x="5029200" y="347472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5212080" y="3657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Average Roll Over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5212080" y="42062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6.3</a:t>
            </a:r>
            <a:endParaRPr lang="en-US" sz="4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4ECDC4"/>
                </a:solidFill>
              </a:rPr>
              <a:t>Additional Metrics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914400" y="137160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1097280" y="15544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Average Bins Available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97280" y="21031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36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5029200" y="137160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5212080" y="15544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Max Bins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212080" y="21031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70</a:t>
            </a:r>
            <a:endParaRPr lang="en-US" sz="4200" dirty="0"/>
          </a:p>
        </p:txBody>
      </p:sp>
      <p:sp>
        <p:nvSpPr>
          <p:cNvPr id="9" name="Shape 7"/>
          <p:cNvSpPr/>
          <p:nvPr/>
        </p:nvSpPr>
        <p:spPr>
          <a:xfrm>
            <a:off x="914400" y="347472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097280" y="3657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Min Bins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097280" y="42062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2</a:t>
            </a:r>
            <a:endParaRPr lang="en-US" sz="4200" dirty="0"/>
          </a:p>
        </p:txBody>
      </p:sp>
      <p:sp>
        <p:nvSpPr>
          <p:cNvPr id="12" name="Shape 10"/>
          <p:cNvSpPr/>
          <p:nvPr/>
        </p:nvSpPr>
        <p:spPr>
          <a:xfrm>
            <a:off x="5029200" y="347472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5212080" y="3657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Loaded vs Drop Total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212080" y="42062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104,702</a:t>
            </a:r>
            <a:endParaRPr lang="en-US" sz="4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4ECDC4"/>
                </a:solidFill>
              </a:rPr>
              <a:t>🏆 Loader of the Month 🏆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457200" y="16459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t>May 2026</a:t>
            </a:r>
          </a:p>
        </p:txBody>
      </p:sp>
      <p:sp>
        <p:nvSpPr>
          <p:cNvPr id="4" name="Text 2"/>
          <p:cNvSpPr/>
          <p:nvPr/>
        </p:nvSpPr>
        <p:spPr>
          <a:xfrm>
            <a:off x="1371600" y="2286000"/>
            <a:ext cx="6400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t>Alex Cruz</a:t>
            </a:r>
          </a:p>
        </p:txBody>
      </p:sp>
      <p:sp>
        <p:nvSpPr>
          <p:cNvPr id="5" name="Shape 3"/>
          <p:cNvSpPr/>
          <p:nvPr/>
        </p:nvSpPr>
        <p:spPr>
          <a:xfrm>
            <a:off x="1828800" y="3200400"/>
            <a:ext cx="5486400" cy="2286000"/>
          </a:xfrm>
          <a:prstGeom prst="rect">
            <a:avLst/>
          </a:prstGeom>
          <a:solidFill>
            <a:srgbClr val="283846"/>
          </a:solidFill>
          <a:ln w="381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2011680" y="338328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ECDC4"/>
                </a:solidFill>
              </a:rPr>
              <a:t>Key Accomplishments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2103120" y="3840480"/>
            <a:ext cx="49377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Outstanding loading performance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Consistent high productivity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Excellent safety record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Strong team collaboration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4ECDC4"/>
                </a:solidFill>
              </a:rPr>
              <a:t>🏆 Picker of the Month 🏆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457200" y="16459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t>May 2026</a:t>
            </a:r>
          </a:p>
        </p:txBody>
      </p:sp>
      <p:sp>
        <p:nvSpPr>
          <p:cNvPr id="4" name="Text 2"/>
          <p:cNvSpPr/>
          <p:nvPr/>
        </p:nvSpPr>
        <p:spPr>
          <a:xfrm>
            <a:off x="1371600" y="2286000"/>
            <a:ext cx="6400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t>Zavius Calloway</a:t>
            </a:r>
          </a:p>
        </p:txBody>
      </p:sp>
      <p:sp>
        <p:nvSpPr>
          <p:cNvPr id="5" name="Shape 3"/>
          <p:cNvSpPr/>
          <p:nvPr/>
        </p:nvSpPr>
        <p:spPr>
          <a:xfrm>
            <a:off x="1828800" y="3200400"/>
            <a:ext cx="5486400" cy="2286000"/>
          </a:xfrm>
          <a:prstGeom prst="rect">
            <a:avLst/>
          </a:prstGeom>
          <a:solidFill>
            <a:srgbClr val="283846"/>
          </a:solidFill>
          <a:ln w="381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2011680" y="338328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ECDC4"/>
                </a:solidFill>
              </a:rPr>
              <a:t>Key Accomplishments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2103120" y="3840480"/>
            <a:ext cx="49377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Exceptional picking accuracy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Exceeded productivity targets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Outstanding efficiency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Demonstrated excellence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4ECDC4"/>
                </a:solidFill>
              </a:rPr>
              <a:t>🏆 Putaway of the Month 🏆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457200" y="16459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t>May 2026</a:t>
            </a:r>
          </a:p>
        </p:txBody>
      </p:sp>
      <p:sp>
        <p:nvSpPr>
          <p:cNvPr id="4" name="Text 2"/>
          <p:cNvSpPr/>
          <p:nvPr/>
        </p:nvSpPr>
        <p:spPr>
          <a:xfrm>
            <a:off x="1371600" y="2286000"/>
            <a:ext cx="6400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t>Roderick Myles</a:t>
            </a:r>
          </a:p>
        </p:txBody>
      </p:sp>
      <p:sp>
        <p:nvSpPr>
          <p:cNvPr id="5" name="Shape 3"/>
          <p:cNvSpPr/>
          <p:nvPr/>
        </p:nvSpPr>
        <p:spPr>
          <a:xfrm>
            <a:off x="1828800" y="3200400"/>
            <a:ext cx="5486400" cy="2286000"/>
          </a:xfrm>
          <a:prstGeom prst="rect">
            <a:avLst/>
          </a:prstGeom>
          <a:solidFill>
            <a:srgbClr val="283846"/>
          </a:solidFill>
          <a:ln w="381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2011680" y="338328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ECDC4"/>
                </a:solidFill>
              </a:rPr>
              <a:t>Key Accomplishments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2103120" y="3840480"/>
            <a:ext cx="49377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Superior putaway performance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Maintained quality standards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Excellent organization skills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Consistent high achievement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4ECDC4"/>
                </a:solidFill>
              </a:rPr>
              <a:t>🌟 Employee of the Month 🌟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457200" y="16459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t>May 2026</a:t>
            </a:r>
          </a:p>
        </p:txBody>
      </p:sp>
      <p:sp>
        <p:nvSpPr>
          <p:cNvPr id="4" name="Text 2"/>
          <p:cNvSpPr/>
          <p:nvPr/>
        </p:nvSpPr>
        <p:spPr>
          <a:xfrm>
            <a:off x="1371600" y="2286000"/>
            <a:ext cx="6400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t>Terrance Shiver</a:t>
            </a:r>
          </a:p>
        </p:txBody>
      </p:sp>
      <p:sp>
        <p:nvSpPr>
          <p:cNvPr id="5" name="Shape 3"/>
          <p:cNvSpPr/>
          <p:nvPr/>
        </p:nvSpPr>
        <p:spPr>
          <a:xfrm>
            <a:off x="1828800" y="3200400"/>
            <a:ext cx="5486400" cy="2286000"/>
          </a:xfrm>
          <a:prstGeom prst="rect">
            <a:avLst/>
          </a:prstGeom>
          <a:solidFill>
            <a:srgbClr val="283846"/>
          </a:solidFill>
          <a:ln w="381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2011680" y="338328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ECDC4"/>
                </a:solidFill>
              </a:rPr>
              <a:t>Key Accomplishments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2103120" y="3840480"/>
            <a:ext cx="49377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Exceptional overall performance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Outstanding work ethic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Strong leadership qualities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Commitment to excellence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Loader Efficiency (1 of 3)</a:t>
            </a:r>
            <a:endParaRPr lang="en-US" sz="26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201783"/>
                <a:gridCol w="1201783"/>
                <a:gridCol w="1201783"/>
                <a:gridCol w="1201783"/>
                <a:gridCol w="1201783"/>
                <a:gridCol w="1201783"/>
                <a:gridCol w="1201783"/>
              </a:tblGrid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 Hours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 Tires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Tires / hr.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Carlos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Martinez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67.75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30072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443.87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455.17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Yoslandy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Perez-Garcia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76.5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32332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422.64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437.19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Malachi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Burgess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70.5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29564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419.35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428.97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Pedro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Lopez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76.0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31662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416.61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427.60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Fermin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Flores Trejo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49.5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20610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416.36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425.92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Lucas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Juarez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76.75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31662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412.53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424.78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Alexander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Cruz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78.5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32332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411.87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422.02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William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Rhone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61.0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24562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402.66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408.75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Orji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Kalu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94.25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37173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394.41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401.23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10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Steven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Brown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89.25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34326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384.61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400.88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11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Travis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Whitt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62.75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23250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370.52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399.28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12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Denzell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Kitching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88.75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32688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368.32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318.74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Loader Efficiency (2 of 3)</a:t>
            </a:r>
            <a:endParaRPr lang="en-US" sz="26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201783"/>
                <a:gridCol w="1201783"/>
                <a:gridCol w="1201783"/>
                <a:gridCol w="1201783"/>
                <a:gridCol w="1201783"/>
                <a:gridCol w="1201783"/>
                <a:gridCol w="1201783"/>
              </a:tblGrid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 Hours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 Tires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Tires / hr.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Kevin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Suarez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62.75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22561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359.54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387.72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Jose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Pulido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103.75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36576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352.54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384.484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Malcolm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Davis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113.25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39885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352.19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382.87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Ammar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McRiney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62.0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21117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340.6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374.60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Stanley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Green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79.5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26973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339.28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368.01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Sekwan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Jenkins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53.75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18110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336.93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350.42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Bralen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Keisler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49.75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15776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317.11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349.05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Willis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Mayes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62.5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19811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316.98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342.99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Jacob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Lyles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70.75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22284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314.97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342.77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10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Alton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Dennison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63.75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20037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314.31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327.78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11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Erik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Gonzalez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84.25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26089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309.66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325.57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12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Daniel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Ndukwe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49.25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14501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294.44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323.43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Loader Efficiency (3 of 3)</a:t>
            </a:r>
            <a:endParaRPr lang="en-US" sz="26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201783"/>
                <a:gridCol w="1201783"/>
                <a:gridCol w="1201783"/>
                <a:gridCol w="1201783"/>
                <a:gridCol w="1201783"/>
                <a:gridCol w="1201783"/>
                <a:gridCol w="1201783"/>
              </a:tblGrid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 Hours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 Tires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Tires / hr.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r>
                        <a:t>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Levonta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Grooms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89.5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26317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294.04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322.18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r>
                        <a:t>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Michael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Gonder Jr.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55.25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16154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292.38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317.78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r>
                        <a:t>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Ernest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Curry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59.0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16177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274.19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311.77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r>
                        <a:t>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Jasir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Anderson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49.0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13296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271.35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304.91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r>
                        <a:t>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Elder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Ndukwe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65.0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15301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235.4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303.07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Akeem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Pierce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30,025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301.76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Stanley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Green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31,402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293.48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Michael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Jenkins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140.75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39,339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279.50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Loader Totals (1 of 3)</a:t>
            </a:r>
            <a:endParaRPr lang="en-US" sz="26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</a:tblGrid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1: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2: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3: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4: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Malcolm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Davis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22252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17633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39885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Orji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Kalu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17519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19654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37173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Jose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Pulido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16900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19676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36576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Steven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Brown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12211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22115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34326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Denzell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Kitching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13323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19365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32688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Alexander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Cruz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17457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14875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32332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Yoslandy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Perez-Garcia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17457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14875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32332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Lucas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Juarez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18237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13425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31662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Pedro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Lopez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18237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13425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31662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Loader Totals (2 of 3)</a:t>
            </a:r>
            <a:endParaRPr lang="en-US" sz="26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</a:tblGrid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1: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2: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3: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4: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Carlos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Martinez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19698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10374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30072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Malachi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Burgess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13113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16451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29564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Stanley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Green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11359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15614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26973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Levonta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Grooms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10098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16219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26317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Erik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Gonzalez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11636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14453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26089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William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Rhone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13113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11449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24562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Travis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Whitt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12935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10315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23250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Kevin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Suarez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8439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14122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22561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Jacob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Lyles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8495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13789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22284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Loader Totals (3 of 3)</a:t>
            </a:r>
            <a:endParaRPr lang="en-US" sz="26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</a:tblGrid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1: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2: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3: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4: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Ammar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McRiney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6664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14453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21117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Fermin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Flores Trejo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2371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18239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20610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Alton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Dennison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11467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8570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20037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Willis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Mayes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7046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12765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19811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Sekwan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Jenkins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9917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8193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18110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Ernest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Curry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7773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8404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16177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Michael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Gonder Jr.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7607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8547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16154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Bralen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Keisler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8703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7073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15776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Elder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Ndukwe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5429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9872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15301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Picker Efficiency (1 of 2)</a:t>
            </a:r>
            <a:endParaRPr lang="en-US" sz="26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402080"/>
                <a:gridCol w="1402080"/>
                <a:gridCol w="1402080"/>
                <a:gridCol w="1402080"/>
                <a:gridCol w="1402080"/>
                <a:gridCol w="1402080"/>
              </a:tblGrid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Hours Worked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Pallets Picked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Travis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David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Kearse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49.5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932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18.83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Zavius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Calloway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43.25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623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14.4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Armando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Avalos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73.75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1055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14.31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Akeem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Bouknight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67.25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911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13.55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Bendrix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Hook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105.5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1428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13.54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Jaren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Martinez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91.5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1211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13.23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Makaela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Culler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120.25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1506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12.52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Gregory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Brown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57.25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714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12.47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Picker Efficiency (2 of 2)</a:t>
            </a:r>
            <a:endParaRPr lang="en-US" sz="26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402080"/>
                <a:gridCol w="1402080"/>
                <a:gridCol w="1402080"/>
                <a:gridCol w="1402080"/>
                <a:gridCol w="1402080"/>
                <a:gridCol w="1402080"/>
              </a:tblGrid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Hours Worked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Pallets Picked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9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Johnathan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Ermel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100.5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1217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12.11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Austin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Hickox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67.0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771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11.51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Joshua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Threatt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50.25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561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11.16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Travis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Abney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74.5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779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10.46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Jaylon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Williams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56.5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568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10.05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George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Harris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78.75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775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9.84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Jalen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Brown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61.0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188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3.08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O'Mari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Rajah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72.0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61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0.85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Picker Totals (1 of 2)</a:t>
            </a:r>
            <a:endParaRPr lang="en-US" sz="26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</a:tblGrid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1: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2: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3: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4: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Makaela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Culler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843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663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1506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Bendrix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Hook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914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514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1428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Johnathan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Ermel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513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704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1217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Jaren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Martinez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349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862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1211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Armando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Avalos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581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474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1055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David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Kearse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202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730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932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Akeem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Bouknight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293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618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911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Travis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Abney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336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443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779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Picker Totals (2 of 2)</a:t>
            </a:r>
            <a:endParaRPr lang="en-US" sz="26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</a:tblGrid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1: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2: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3: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4: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George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Harris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453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322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775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Austin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Hickox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495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276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771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Gregory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Brown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397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317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714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Zavius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Calloway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429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194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623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Jaylon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Williams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187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381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568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Joshua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Threatt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218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343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561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Jalen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Brown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188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188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O'Mari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Rajah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61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61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Putaway Efficiency (1 of 2)</a:t>
            </a:r>
            <a:endParaRPr lang="en-US" sz="26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682496"/>
                <a:gridCol w="1682496"/>
                <a:gridCol w="1682496"/>
                <a:gridCol w="1682496"/>
                <a:gridCol w="1682496"/>
              </a:tblGrid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Hours Worked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Roderick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Darryl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Dozier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58.75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13.21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Roderick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Myles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81.5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12.13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Michael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Orta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97.75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10.72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Donald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Lynch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89.75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10.48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Gabriel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Cabalbag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70.0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10.13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William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Butler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64.0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10.03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Wyatt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McPherson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50.75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9.81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Putaway Efficiency (2 of 2)</a:t>
            </a:r>
            <a:endParaRPr lang="en-US" sz="26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682496"/>
                <a:gridCol w="1682496"/>
                <a:gridCol w="1682496"/>
                <a:gridCol w="1682496"/>
                <a:gridCol w="1682496"/>
              </a:tblGrid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Hours Worked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14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Tashan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Charles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81.25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9.49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Jimmy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McBride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78.0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9.37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Kyietcha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Brown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88.0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9.26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Boyd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Evans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84.75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9.06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Virgil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Calvin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84.25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7.95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Daquan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Adams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96.75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7.86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Patrick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Ames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81.5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6.99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Putaway Totals (1 of 2)</a:t>
            </a:r>
            <a:endParaRPr lang="en-US" sz="26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955040"/>
                <a:gridCol w="955040"/>
                <a:gridCol w="955040"/>
                <a:gridCol w="955040"/>
                <a:gridCol w="955040"/>
                <a:gridCol w="955040"/>
                <a:gridCol w="955040"/>
                <a:gridCol w="955040"/>
                <a:gridCol w="955040"/>
              </a:tblGrid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1: 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2: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3: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4: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5: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Michael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Orta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414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634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1048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Roderick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Myles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564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989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Lamar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Washington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414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564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978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Donald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Lynch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507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434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941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Kyietcha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Brown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426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389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815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Dakota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Grubbs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407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405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812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Darryl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Dozier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185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591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776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Putaway Totals (2 of 2)</a:t>
            </a:r>
            <a:endParaRPr lang="en-US" sz="26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955040"/>
                <a:gridCol w="955040"/>
                <a:gridCol w="955040"/>
                <a:gridCol w="955040"/>
                <a:gridCol w="955040"/>
                <a:gridCol w="955040"/>
                <a:gridCol w="955040"/>
                <a:gridCol w="955040"/>
                <a:gridCol w="955040"/>
              </a:tblGrid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1: 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2: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3: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4: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5: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Boyd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Evans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348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420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768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Daquan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Adams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466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294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760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Jimmy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McBride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431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300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731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Gabriel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Cabalbag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483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226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709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Virgil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Calvin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394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276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670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William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Butler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268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374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642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Patrick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Ames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296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274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570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Bin Maker/Cons Efficiency</a:t>
            </a:r>
            <a:endParaRPr lang="en-US" sz="26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201783"/>
                <a:gridCol w="1201783"/>
                <a:gridCol w="1201783"/>
                <a:gridCol w="1201783"/>
                <a:gridCol w="1201783"/>
                <a:gridCol w="1201783"/>
                <a:gridCol w="1201783"/>
              </a:tblGrid>
              <a:tr h="61395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Hours Worked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Moves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Pallets / hr.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12 hr. Projection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r>
                        <a:t>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Terrance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Shiver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82.75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402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4.86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61.32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r>
                        <a:t>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Rodney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Betancourt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93.75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446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4.76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57.36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r>
                        <a:t>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Terence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Smith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82.75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370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4.47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53.64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r>
                        <a:t>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Bryan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Morant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83.0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348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4.19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50.64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r>
                        <a:t>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Marvin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Dukes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125.0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391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3.13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42.72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r>
                        <a:t>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Wayne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Amerson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76.25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234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3.07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36.0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MAU US5 Warehouse Dashboard</dc:title>
  <dc:subject>PptxGenJS Presentation</dc:subject>
  <dc:creator>MAU US5 Warehouse</dc:creator>
  <cp:lastModifiedBy>MAU US5 Warehouse</cp:lastModifiedBy>
  <cp:revision>1</cp:revision>
  <dcterms:created xsi:type="dcterms:W3CDTF">2026-04-01T15:36:25Z</dcterms:created>
  <dcterms:modified xsi:type="dcterms:W3CDTF">2026-04-01T15:36:25Z</dcterms:modified>
</cp:coreProperties>
</file>