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936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549,968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22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24,999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6,322/day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20,468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19,096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5.0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139,082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Carlos Martinez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David Kearse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50,999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407.3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406.4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406.3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31,393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49,695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29,201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386.8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62,251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40,151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33,942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54,065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28,019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334.6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30,560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26,530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306.2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35,532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22,189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297.8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253.3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22366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62,251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54,065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50,999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12522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49,695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40,151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35,532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33,942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31,393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30,560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11091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29,201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28,019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26,530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22,189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