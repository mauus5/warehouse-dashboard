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944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750,906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30 days tracked (complete)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25,030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6,167/day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25,299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14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25,637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4.2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185,010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72,762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59,027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58,997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414.9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61,716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68,360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56,787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48,700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32,785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79,930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37,945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55,431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49,901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40,860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69,345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44,186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60,168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319.4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313.9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30,605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287.6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251.1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22366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79,930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72,762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69,345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12522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68,360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61,716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60,168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59,027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58,997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56,787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55,799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55,431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49,901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48,700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44,186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40,860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11091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37,945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32,785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