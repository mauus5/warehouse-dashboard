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ECDC4"/>
                </a:solidFill>
                <a:latin typeface="Segoe UI"/>
              </a:rPr>
              <a:t>MAU US5 Warehouse Dashboard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"/>
              </a:rPr>
              <a:t>Key Performance Indicators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  <a:latin typeface="Segoe UI"/>
              </a:rPr>
              <a:t>Safety &amp; Loader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34D399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Days Without OSHA Recordable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  <a:latin typeface="Segoe UI"/>
              </a:rPr>
              <a:t>985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Total Tires Loaded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563,071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23 days tracked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Per Day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24,481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Loaded vs Drop Avg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6,116/day</a:t>
            </a:r>
            <a:endParaRPr lang="en-US" sz="4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  <a:latin typeface="Segoe UI"/>
              </a:rPr>
              <a:t>Warehouse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Pallets Picked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13,941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16 pickers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Pallets Putaway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11,716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17 staff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34D399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Late Loads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  <a:latin typeface="Segoe UI"/>
              </a:rPr>
              <a:t>0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Roll Over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3.7</a:t>
            </a:r>
            <a:endParaRPr lang="en-US" sz="4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  <a:latin typeface="Segoe UI"/>
              </a:rPr>
              <a:t>Additional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Bins Available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33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Max Bins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71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Min Bins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0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Loaded vs Drop Total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140,667</a:t>
            </a:r>
            <a:endParaRPr lang="en-US" sz="4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  <a:latin typeface="Segoe UI"/>
              </a:rPr>
              <a:t>🏆 Loader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July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b="1">
                <a:solidFill>
                  <a:srgbClr val="34D399"/>
                </a:solidFill>
                <a:latin typeface="Segoe UI"/>
              </a:rPr>
              <a:t>Malachi Burgess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loading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Consistent high productivity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Excellent safety record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Strong team collaboration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  <a:latin typeface="Segoe UI"/>
              </a:rPr>
              <a:t>🏆 Picker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July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b="1">
                <a:solidFill>
                  <a:srgbClr val="34D399"/>
                </a:solidFill>
                <a:latin typeface="Segoe UI"/>
              </a:rPr>
              <a:t>Makaela Culler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Exceptional picking accuracy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Exceeded productivity targets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efficiency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Demonstrated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  <a:latin typeface="Segoe UI"/>
              </a:rPr>
              <a:t>🏆 Putaway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July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b="1">
                <a:solidFill>
                  <a:srgbClr val="34D399"/>
                </a:solidFill>
                <a:latin typeface="Segoe UI"/>
              </a:rPr>
              <a:t>Donald Lynch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Superior putaway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Maintained quality standards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Excellent organization skills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Consistent high achievement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  <a:latin typeface="Segoe UI"/>
              </a:rPr>
              <a:t>🌟 Employee of the Month 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July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b="1">
                <a:solidFill>
                  <a:srgbClr val="34D399"/>
                </a:solidFill>
                <a:latin typeface="Segoe UI"/>
              </a:rPr>
              <a:t>Wayne Amerson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Exceptional overall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work ethic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Strong leadership qualities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Commitment to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(1 of 3)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Martinez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78.25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32662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417.4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Yoslandy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Perez-Garcia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88.5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36484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412.2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Malcolm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132.0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53281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403.6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Pedro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Lopez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25119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394.0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Orji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Kalu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95.0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37340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393.1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Alexander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Cruz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93.0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36484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392.3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Whitt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23859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389.5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Malachi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Burgess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65.75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25314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385.0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Rhone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80.5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30964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384.6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Fermin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Flores Trejo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58.75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22305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379.7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Levonta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Grooms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66.5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24511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368.6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Lucas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Juarez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86.25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31772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368.4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(2 of 3)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Bralen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Keisler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19428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368.3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Denzell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Kitching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56.75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20673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364.3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Jacob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Lyles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66.5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24138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363.0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Mayes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65.75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23113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351.5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Jose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Pulido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91.5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31534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344.6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Sekwan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Jenkins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81.25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27949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344.0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Ammar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McRiney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19741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314.6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Steven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89.5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27617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308.6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Bennett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77.0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23228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301.7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Ernest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Curry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66.25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19959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301.3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Bryant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82.25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24524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298.2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Elder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Ndukwe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76.25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21231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278.4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(3 of 3)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Gonder Jr.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18698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270.0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Stanley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Green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122.25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32516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266.0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Alton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Dennison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13311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252.3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Keyon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Hair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65.5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16440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251.0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(1 of 3)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Malcolm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24263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53281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77,544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Orji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Kalu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22988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37340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60,328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Alexander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Cruz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19051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36484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55,535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Yoslandy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Perez-Garcia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19051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36484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55,535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Jose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Pulido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20201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31534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51,735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Carlos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Martinez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18430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32662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51,092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Stanley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17371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32516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49,887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Lucas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Juarez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15518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31772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47,290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Steven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15265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27617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42,882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(2 of 3)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Rhone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11616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30964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42,580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Jacob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Lyles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15804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24138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39,942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Bryant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15265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24524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39,789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Mayes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15290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23113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38,403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Sekwan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Jenkins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10328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27949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38,277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Pedro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Lopez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12512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25119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37,631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Denzell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Kitching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16823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20673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37,496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Levonta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Grooms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11748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24511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36,259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Bennett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12859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23228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36,087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(3 of 3)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Malachi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Burgess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25314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34,524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Fermin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Flores Trejo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11681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22305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33,986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Ernest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Curry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14019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19959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33,978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Ammar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McRiney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12830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19741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32,571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Elder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Ndukwe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10065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21231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31,296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Whitt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6509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23859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30,368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Bralen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Keisler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19428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26,350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Gonder Jr.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7124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18698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25,822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Keyon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Hair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8262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16440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24,702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Alton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Dennison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4083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13311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17,394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Efficiency (1 of 2)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Bendrix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Hook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45.5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David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Kearse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65.0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1004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15.4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Zavius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Calloway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97.25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1464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Johnathan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Ermel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74.75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1103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14.8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Armando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Avalos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947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14.6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Jaylon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90.5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Makaela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Culler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130.75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1833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Gregory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66.25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Efficiency (2 of 2)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George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Harris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79.25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1043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Akeem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Bouknight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74.75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12.3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O'Mari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Rajah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689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Abney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751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Jalen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70.25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Kyle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Graham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Jprinnes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Mccullough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58.0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Zacchaeus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Johnson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Totals (1 of 2)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Makaela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Culler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1,833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Zavius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Calloway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961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1,464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Jaylon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905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1,322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Johnathan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Ermel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1,103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George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Harris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1,043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David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Kearse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706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1,004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Armando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Avalos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947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Gregory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Totals (2 of 2)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Akeem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Bouknight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554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919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Abney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751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Bendrix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Hook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Jalen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724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O'Mari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Rajah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689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Kyle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Graham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Jprinnes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Mccullough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Zacchaeus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Johnson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Efficiency (1 of 2)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  <a:gridCol w="1682496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Roderick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Myles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80.5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1057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Donald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Lynch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87.75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1116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12.7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Gabriel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Cabalbag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87.75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951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Dakota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Grubbs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Jimmy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McBride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84.75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888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75.0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9.8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Tashan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Charles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67.25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Patrick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82.75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Jonathan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Seabrooks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90.75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772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Efficiency (2 of 2)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  <a:gridCol w="1682496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Anthony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Quattlebaum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72.0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608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Daquan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Adams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115.5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953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Darryl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Dozier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70.75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583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Virgil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Calvin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84.5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673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Lamar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Washington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90.0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Jakyrick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Hallingquest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438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Tyreak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Rogers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76.25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Butler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Totals (1 of 2)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Donald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Lynch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1,116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Roderick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Myles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606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451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1,057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Daquan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Adams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423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953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Gabriel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Cabalbag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487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951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Jimmy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McBride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888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Jonathan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Seabrooks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457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772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Patrick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337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Virgil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Calvin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673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Totals (2 of 2)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Lamar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Washington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Tashan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Charles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Anthony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Quattlebaum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608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Darryl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Dozier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583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Dakota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Grubbs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Tyreak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Rogers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Jakyrick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Hallingquest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438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Butler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Bin Maker/Cons Efficiency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Moves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Wayne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Amerson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80.0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593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88.9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Terrance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Shiver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74.5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84.1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Rodney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Betancourt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421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60.9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Austin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Hickox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Boyd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Evans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80.25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51.6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Terence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Smith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82.25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Kyietcha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70.75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MAU US5 Warehouse Dashboard</dc:title>
  <dc:subject>PptxGenJS Presentation</dc:subject>
  <dc:creator>MAU US5 Warehouse</dc:creator>
  <cp:lastModifiedBy>MAU US5 Warehouse</cp:lastModifiedBy>
  <cp:revision>1</cp:revision>
  <dcterms:created xsi:type="dcterms:W3CDTF">2026-04-01T15:36:25Z</dcterms:created>
  <dcterms:modified xsi:type="dcterms:W3CDTF">2026-04-01T15:36:25Z</dcterms:modified>
</cp:coreProperties>
</file>