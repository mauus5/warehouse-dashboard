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1,029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535,041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22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24,320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5,487/day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22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19,355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14 pickers  ·  September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14,302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14 staff  ·  September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13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5.0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7 days unconfirmed in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10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120,708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22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Jaylon Williams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Jalen Brown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670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443.2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42859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392.9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380.9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375.3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36789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358.9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31569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356.7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34196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42148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336.1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316.3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29626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312.7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25954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276.4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273.9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253.0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24929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249.9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125.5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31035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247.3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79.75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222.0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111.75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211.6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90.0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129.1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3670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42,859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29227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42,148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36,789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36,107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34,905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34,196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6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31,569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6707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31,035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29,626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29,025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26,675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25,954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24,929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19866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23,642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19,163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18,327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17,986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17,714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17,415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17,323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12,435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11,621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9,670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