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4ECDC4"/>
                </a:solidFill>
              </a:defRPr>
            </a:pPr>
            <a:r>
              <a:t>US5 Warehouse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Safety &amp; Loader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Days Without OSHA Recordable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835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Total Tires Loaded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282,472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12 days tracked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Per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23,539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Loaded vs Drop Avg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6,587/day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Warehouse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Pallets Picked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6,232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17 pickers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Pallets Putaway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5,093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16 staff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Late 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Roll 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0.32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Additional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Bins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Max Bins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134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Min Bins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Loaded vs Drop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79,049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Employee of the Month - February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Loader of the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Malachi Burgess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Picker of the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Austin Hickox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Putaway of the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Donald Lynch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