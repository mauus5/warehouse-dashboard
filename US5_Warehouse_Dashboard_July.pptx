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975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630,108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29 days tracked (complete)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21,728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4,529/day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21,188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20,210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131,340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Austin Hickox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56,844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55,772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26,622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397.2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42,890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42,189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44,582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58,274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378.4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52,337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52,885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42,195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350.1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45,016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349.6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52,347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23,992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33,163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310.9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52,932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Bennett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17,152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277.8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270.8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32,265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266.7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20864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58,274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26867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56,844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55,772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19976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17125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52,932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52,885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52,347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52,337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45,016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16578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44,582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42,890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42,195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42,189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11588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11719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33,163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32,265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26,622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23,992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Bennett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17,152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1,924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1,646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