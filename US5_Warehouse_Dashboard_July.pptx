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966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407,145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20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20,357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3,412/day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14,269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13,749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3.2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56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68,231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381.7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379.1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361.4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358.1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298.8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289.3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260.6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39,642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38,225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33,858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33,391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29,592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28,004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26,919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11588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24,485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18,798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16,748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15,767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13,309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100.0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