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970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505,316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24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21,055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3,524/day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14,269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13,749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3.2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110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28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84,582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Malachi Burgess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Makaela Culler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Austin Hickox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29,977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419.3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24,485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391.8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18,798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391.6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33,858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389.2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28,004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388.9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Aguilar Rapalo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36,175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381.7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26,919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379.1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36,155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373.7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371.6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24,039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371.3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30,570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361.8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36,683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361.4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29,592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358.7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38,225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358.1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39,642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357.9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33,391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23,352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344.7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13,309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332.7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14,075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323.6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23,461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312.8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15,767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310.7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20,839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298.8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35,807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289.3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16,748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264.8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22,283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260.6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24274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39,642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38,225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15258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14624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36,683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Aguilar Rapalo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14023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36,175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36,155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9018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19976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35,807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16722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13055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33,858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12248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33,391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30,570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22005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29,977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29,592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28,004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26,919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11588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20563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24,485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24,039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10200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23,461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11118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23,352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22,283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20,839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18,798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16,748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15,767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14,075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13,309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6.16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Earhart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Earhart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Wyatt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McPherson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