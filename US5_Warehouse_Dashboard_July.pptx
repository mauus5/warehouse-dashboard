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975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630,108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29 days tracked (complete)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21,728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4,529/day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19,943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14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17,788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15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110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28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131,340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Malachi Burgess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Makaela Culler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Donald Lynch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July 2026</a:t>
            </a:r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Wayne Amerson</a:t>
            </a:r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70,353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417.5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63,781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134.75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53,849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399.6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67,298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395.3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59,463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395.1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68,127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392.7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78,169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64,363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54,548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384.8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73,290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377.8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98.0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36,856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376.1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62,340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370.5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65,674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357.4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135.75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48,338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356.1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63,583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35,228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341.2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52,012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338.8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43,191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317.6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29,706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46,609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311.2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35,797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306.0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247.25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71,935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290.9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41,115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Bennett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25,540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268.1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40,653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264.4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Alexander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Cruz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13925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25832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78,169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Carlos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Martinez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15258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20864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73,290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Stanley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19976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17125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71,935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Malachi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Burgess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26867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13509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70,353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Orji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Kalu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13055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15006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68,127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Lucas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Juarez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10766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16578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67,298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Pulido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14624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16202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65,674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Yoslandy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Perez-Garcia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64,363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Rhone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20563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8009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63,781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Malcolm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24274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12705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63,583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Denzell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Kitching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14362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11803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10870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62,340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Pedro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Lopez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59,463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Levonta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Grooms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12092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57,108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Fermin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Flores Trejo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8953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54,548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Sekwan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Jenkins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11118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53,849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Steven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7553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11588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11719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14469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52,012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Jacob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9427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11625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48,338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McRiney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13446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46,609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Mayes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12664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43,191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Elder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Ndukwe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15187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41,115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Ernest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Curry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7993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9982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40,653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Gonder Jr.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7824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36,856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Alton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Dennison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10234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35,797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Whitt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7025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6284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10683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35,228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Keisler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5479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9796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29,706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Bennett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7758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8388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25,540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20.13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111.75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15.02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13.34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153.75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12.93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156.5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12.07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164.25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165.5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8.65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152.0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1212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7.97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169.75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Makaela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Culler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3,259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Bendrix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Hook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Travis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Abney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568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2,064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Gregory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2,037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George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Harris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Johnathan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Ermel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Jaylon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Jalen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Brown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460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1,950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755636"/>
                <a:gridCol w="1227908"/>
                <a:gridCol w="1322363"/>
                <a:gridCol w="850090"/>
                <a:gridCol w="850090"/>
                <a:gridCol w="850090"/>
                <a:gridCol w="850090"/>
                <a:gridCol w="850090"/>
                <a:gridCol w="1038999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Akeem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Bouknight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1,908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Armando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Avalos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1,745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David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Kearse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1,696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Zavius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Calloway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536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1,431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O'Mari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Rajah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Earhart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199.5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208.5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10.27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221.0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9.61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9.19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172.5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93.25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8.88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138.25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105.0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8.77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Darryl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Dozier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Daquan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Adams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182.25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8.24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7.66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Roderick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Myles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728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2,441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Donald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Lynch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Jimmy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McBride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Lamar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Washington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669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2,123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Michael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Orta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381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303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1,638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Dakota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Grubbs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401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514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1,630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Patrick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Ames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104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435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339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1,559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Virgil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Calvin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425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1,382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Tyreak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Rogers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272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1,326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Tashan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Charles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392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208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1,218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Gabriel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Cabalbag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129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230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227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355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1,184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Wyatt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McPherson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167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216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263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921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>15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William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Butler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196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137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347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148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>828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Austin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Hickox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185.25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1391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7.51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90.1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2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Rodney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Betancourt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197.0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1040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5.28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63.4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3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Wayne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Amerson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176.75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894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5.06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60.7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Terrance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Shiver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216.25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974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54.0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>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Terence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Smith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180.25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807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4.48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53.7</a:t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