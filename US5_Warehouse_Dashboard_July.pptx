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956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176,184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12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14,682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2,072/day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8,537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7,476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1.7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110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32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24,861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Austin Hickox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14,236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20,803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403.6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Kendrick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25,840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5,479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377.4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22,059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377.1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374.9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21,143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15,086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21,143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367.7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3,922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355.7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354.1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15,876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341.4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332.9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18,101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306.8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13,702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Dre'vion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Robinson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4,677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275.1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6,148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238.1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25,840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22,059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20,803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12835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18,101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15,876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15,831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15,086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14,236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13,702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Kendrick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