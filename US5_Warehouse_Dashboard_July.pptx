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957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191,522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11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17,411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2,156/day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8,537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7,476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2.1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70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110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28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23,717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Malachi Burgess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Makaela Culler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Roderick Myles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June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Austin Hickox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14,236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412.6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20,803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407.9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7,972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403.6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Kendrick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7,404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400.2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7,404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394.9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Aguilar Rapalo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25,840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385.7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5,479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377.9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27,075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377.4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22,059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377.1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7,404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374.9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13,789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372.7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24,352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371.8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21,143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370.9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15,086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21,143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367.7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15,368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365.9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18,283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3,922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7,025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355.7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20,624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354.1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12,704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15,876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341.4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12,234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332.9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13,261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18,101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306.8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13,702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Dre'vion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Robinson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4,677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275.1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12,670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243.7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6,148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15,831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238.1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15258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11817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27,075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Aguilar Rapalo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14023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11817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25,840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14362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24,352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7843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22,059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21,143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21,143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16722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20,803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13925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20,624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9284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8999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12835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18,101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9177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15,876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9018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6813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15,831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15368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15,368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7433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15,086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14,236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10766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13,789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13,702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13,261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12,704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12,670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12,234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7,972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Kendrick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7,025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6,148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6.82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Earhart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Earhart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Wyatt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McPherson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6.65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79.8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Terence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Smith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Wayne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Betancourt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Terrance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Shiver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46.4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Dukes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