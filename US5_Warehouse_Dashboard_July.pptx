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964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350,329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19,463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3,263/day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14,269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13,749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2.4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58,732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