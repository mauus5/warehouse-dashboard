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965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378,072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19,899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3,209/day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14,269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13,749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60,975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