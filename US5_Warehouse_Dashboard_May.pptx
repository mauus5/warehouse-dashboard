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888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88,220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4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22,055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3,829/day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27,867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21,529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2.25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18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15,317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8,080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59,842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40,301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55,929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37,275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35,611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2,276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