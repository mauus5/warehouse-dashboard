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925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282,371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25,670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8814/day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7.55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96,960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432.95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399.83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392.34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378.36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302.05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276.95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