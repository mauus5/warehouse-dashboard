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896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314,780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13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24,213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7,040/day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6,874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6,576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4.62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42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91,528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480.59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450.53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449.53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442.22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436.18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434.87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433.26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428.57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384.87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2,727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376.14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374.74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368.15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356.61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355.23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349.63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348.43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10,561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346.26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343.74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336.65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328.72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328.67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327.45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313.47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312.50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307.19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300.44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249.98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249.98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Keyton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Keyton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