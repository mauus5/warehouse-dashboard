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904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517,008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21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24,619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6,542/day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6,874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6,576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4.48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22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57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137,391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Yoslandy Perez-Garcia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Makaela Culler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Roderick Myles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Charles Smith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43,144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458.98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43,026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442.43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41,570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437.58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427.70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56,499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34,568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413.99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53,377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412.18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34,977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409.09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24,804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401.68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400.24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53,744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383.89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41,854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370.39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65,118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366.86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351.06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23,109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350.14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36,096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338.14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37,665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333.32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31,498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333.31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46,079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330.32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38,495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315.53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32,460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25,685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303.07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51,218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301.28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28,295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299.42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296.14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39,926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295.20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286.97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282.41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13,213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279.64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65,118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16,626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56,499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18,877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53,744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16,974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53,377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18,518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51,218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19,675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46,079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11,940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20,674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43,144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3,267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43,026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15,984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41,854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7,746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41,570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39,926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9,003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18,390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11,611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38,495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13,063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37,665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14,769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36,096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10,598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34,977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4,280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21,299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34,568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8,543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32,460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6,070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18,209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31,498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12,302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9,574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28,295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11,515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7,937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10,153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8,657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25,685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5,734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3,267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24,804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2,185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1,887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1,819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1,587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1,574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4.489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55.06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4.483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