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901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435,699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18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24,205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6,090/day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6,874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15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13,029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18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4.39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20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57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0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109,636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Yoslandy Perez-Garcia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Makaela Culler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Roderick Myles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Charles Smith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13,269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457.55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455.17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39,759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453.09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437.19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22,470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440.59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428.97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33,824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433.64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427.60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33,824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426.80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425.92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36,403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423.29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424.78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42,164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421.64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422.02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24,379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416.74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21,537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410.23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401.23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38,287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401.96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400.88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20,934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394.98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399.28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23,429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367.51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318.74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101.75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36,684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360.53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387.72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Estrada 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13,509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353.18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384.394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12,746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351.61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382.87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33,634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338.03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374.60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74.25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24,602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331.34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368.01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21,327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329.37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350.42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18,721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325.58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349.05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26,884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321.00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Daniel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76.5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23,917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312.64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36,446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305.63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17,028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304.07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325.57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13,289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298.63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323.43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Jasir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Anderson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7,904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298.26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25,979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296.06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68.25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19,824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290.46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311.77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16,108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290.23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17,827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289.87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303.07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30,025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301.76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31,402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293.48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279.50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25,538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16,626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42,164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21,146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18,613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39,759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19,410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18,877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38,287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15,612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21,072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36,684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17,928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18,518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36,446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23,357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13,046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36,403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20,229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13,595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33,824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20,229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13,595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33,824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13,959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19,675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33,634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13,670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26,884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14,628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11,351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25,979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12,412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24,602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14,406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9,973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24,379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Daniel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14,981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8,936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23,917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7,445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15,984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23,429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13,481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8,989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22,470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7,547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13,990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21,537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7,815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13,512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21,327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11,931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9,003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20,934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6,312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13,512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19,824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6,531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18,721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6,312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11,515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17,827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6,875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10,153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17,028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8,826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7,282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16,108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Estrada 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11,324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2,185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13,509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7,219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6,070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13,289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4,280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8,989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13,269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25.18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16.73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15.83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Desmond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Ledell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9.44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1,258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1,114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Desmond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Ledell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Xavier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Metze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Keyton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1,012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68.25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1,344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46.25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Anthony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Quattlebaum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Tyreak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Rogers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71.25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Gabriel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Cabalbag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92.25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80.25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78.75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1,344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Keyton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Anthony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Quattlebaum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Roderick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Tyreak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Rogers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Rodney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Betancourt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66.89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Trynatee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Douse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154.75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4.399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55.06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Bryan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Morant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165.5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4.393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54.31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Terence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Smith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4.392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Wayne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Terrance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Shiver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