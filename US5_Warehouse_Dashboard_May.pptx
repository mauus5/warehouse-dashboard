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904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517,008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21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24,619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6,542/day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6,874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6,576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4.48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57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137,391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457.55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39,759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453.09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440.59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426.80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423.29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42,164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421.64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21,537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401.96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367.51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36,684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13,509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353.18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351.61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338.03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24,602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331.34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21,327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329.37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18,721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325.58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26,884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321.00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17,028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304.07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7,904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25,979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296.06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290.46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16,108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290.23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17,827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289.87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42,164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39,759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36,684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26,884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25,979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24,602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21,537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21,327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18,721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11,515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17,028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16,108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Xavier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Metze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Keyton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