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897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341,799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14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24,414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7,307/day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6,874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15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6,576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4.5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42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102,305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April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Yoslandy Perez-Garcia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April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Makaela Culler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April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Roderick Myles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April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Charles Smith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21,146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480.59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4,280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450.53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437.19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20,229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449.53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428.97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25,538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442.22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19,410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436.18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425.92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20,229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435.03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424.78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13,481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434.87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14,406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433.26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23,357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428.57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401.23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11,931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384.87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400.88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Jasir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Anderson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2,727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376.14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13,959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374.74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7,547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368.15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8,826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356.61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384.54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7,815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355.23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382.87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12,412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349.63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374.60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Estrada Suarez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11,324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348.43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368.01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10,561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346.26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350.42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6,531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343.74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349.05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Daniel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14,981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336.65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14,628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328.72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15,612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328.67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17,928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327.45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325.57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7,445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313.47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323.43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6,875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312.50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7,219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307.19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317.78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Erik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Gonzalez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13,670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300.44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311.77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6,312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249.98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6,312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249.98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303.07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301.76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31,402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279.50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25,538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25,538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23,357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23,357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21,146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21,146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20,229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20,229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20,229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20,229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19,410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19,410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17,928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17,928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15,612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15,612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Daniel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14,981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14,981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14,628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14,628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14,406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14,406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13,959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13,959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Erik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Gonzalez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13,670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13,670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13,481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13,481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12,412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12,412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11,931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11,931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Estrada Suarez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11,324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11,324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10,561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10,561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8,826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8,826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7,815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7,815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7,547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7,547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7,445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7,445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7,219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7,219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6,875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6,875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6,531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6,531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6,312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6,312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6,312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6,312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25.18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16.73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Desmond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Ledell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14.34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Hickox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Jaren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Joshua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Threatt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Jaren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Hickox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Joshua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Threatt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Desmond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Ledell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Butler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Anthony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Quattlebaum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Tyreak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Rogers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Kyietcha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Keyton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Anthony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Quattlebaum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Kyietcha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Lamar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Butler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66.89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