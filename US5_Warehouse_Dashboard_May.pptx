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910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666,686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27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24,692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6185/day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20,365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17,761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4.15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58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166,998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Yoslandy Perez-Garcia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Makaela Culler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Roderick Myles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April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Charles Smith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458.98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442.43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437.58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427.70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413.99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412.18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409.09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401.68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400.24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383.89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318.74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366.86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351.06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384.484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23,109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350.14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333.31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330.32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315.53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303.07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301.28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299.42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296.14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295.20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282.41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Jasir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Anderson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13,213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279.64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15,612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21,072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16,626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56,499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18,877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15,457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53,744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23,357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16,974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17,928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18,518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19,675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46,079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13,481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21,146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43,026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15,984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41,854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20,229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7,746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41,570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14,628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39,926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11,931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18,390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Erik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Gonzalez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13,670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11,611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12,412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13,063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37,665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7,815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14,769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36,096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9,973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10,598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34,977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4,280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21,299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34,568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Daniel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14,981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8,936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8,543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32,460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6,070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18,209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31,498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8,826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7,282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6,531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12,190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28,295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11,515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7,937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25,764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6,875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10,153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8,657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25,685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6,312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13,512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5,734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7,547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13,990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24,804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Estrada Suarez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11,324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23,872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25.18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16.73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14.03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Jaren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1,819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Desmond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Ledell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Joshua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Threatt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Boyd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Evans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1,495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1,144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Anthony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Quattlebaum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Kyietcha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1,030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128.75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61.32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57.36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50.64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Bryan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Morant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42.72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Marvin 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Dukes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