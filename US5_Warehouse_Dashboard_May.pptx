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924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247,804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10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24,780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7834/day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20,365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17,761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7.9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47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59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78,346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Alex Cruz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Zavius Calloway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Roderick Myles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Terrance Shiver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60083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453.46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435.13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49140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432.95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64821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423.67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63763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410.71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70655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408.41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45707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404.49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400.24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50678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399.83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49631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392.34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72739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378.36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48137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364.67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82625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358.07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48723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349.9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348.05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40809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342.93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52718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341.22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59275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56774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327.23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41962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320.93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320.52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38306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317.23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37972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308.72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34452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308.3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66934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304.94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48781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302.05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37968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294.33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36546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277.39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Jasir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Anderson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20633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276.95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82625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18995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72739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25538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16626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14156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70655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18518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15716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66934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21146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21795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64821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23357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16974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63763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11940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14319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60083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13196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59275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56774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20674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11139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13063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15053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10598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15701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50678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24827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49631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49140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14769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12627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48723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15984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48137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21299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11139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45707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14628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45438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10153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8657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17505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6531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13667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41962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18309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14981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41315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9311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40809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11931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9003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18390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38306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12302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37968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5734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10988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36546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16.73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Bryan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Morant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Dukes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