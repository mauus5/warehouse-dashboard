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917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73,536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24,512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5998/day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9.67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59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17,996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453.46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432.95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423.67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399.83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392.34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378.36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320.52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308.3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304.94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302.05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294.33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276.95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18995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72739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70655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59275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15701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49631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45438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13667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10561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38306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36546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 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