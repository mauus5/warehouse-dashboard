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890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167,465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8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20,933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5,137/day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27,867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21,529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4.43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21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41,094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Yoslandy Perez-Garcia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Makaela Culler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Roderick Myles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Charles Smith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56,327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8,080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59,842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29,348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40,301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37,362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34,499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134.43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134.43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55,929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32,658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124.43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37,275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35,611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20,426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6,873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184.43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2,276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2,084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