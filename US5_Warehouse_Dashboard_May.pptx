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902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460,213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19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24,221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6,258/day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6,874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13,029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4.32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118,914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440.59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426.80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421.64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353.18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384.324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325.58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321.00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7,904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Xavier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Metze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