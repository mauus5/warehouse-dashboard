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4ECDC4"/>
                </a:solidFill>
              </a:rPr>
              <a:t>MAU US5 Warehouse Dashboard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914400" y="32004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Key Performance Indicators</a:t>
            </a:r>
            <a:endParaRPr lang="en-US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</a:rPr>
              <a:t>Safety &amp; Loader Operations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Days Without OSHA Recordable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BE881"/>
                </a:solidFill>
              </a:rPr>
              <a:t>895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Total Tires Loaded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265,790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5212080" y="2743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</a:rPr>
              <a:t>12 days tracked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Average Per Day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22,149</a:t>
            </a:r>
            <a:endParaRPr lang="en-US" sz="4200" dirty="0"/>
          </a:p>
        </p:txBody>
      </p:sp>
      <p:sp>
        <p:nvSpPr>
          <p:cNvPr id="13" name="Shape 11"/>
          <p:cNvSpPr/>
          <p:nvPr/>
        </p:nvSpPr>
        <p:spPr>
          <a:xfrm>
            <a:off x="50292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52120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Loaded vs Drop Avg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2120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5,984/day</a:t>
            </a:r>
            <a:endParaRPr lang="en-US" sz="4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</a:rPr>
              <a:t>Warehouse Operations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Pallets Picked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27,867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1097280" y="2743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</a:rPr>
              <a:t>16 pickers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Pallets Putaway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21,529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5212080" y="2743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</a:rPr>
              <a:t>16 staff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Late Loads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BE881"/>
                </a:solidFill>
              </a:rPr>
              <a:t>0</a:t>
            </a:r>
            <a:endParaRPr lang="en-US" sz="4200" dirty="0"/>
          </a:p>
        </p:txBody>
      </p:sp>
      <p:sp>
        <p:nvSpPr>
          <p:cNvPr id="14" name="Shape 12"/>
          <p:cNvSpPr/>
          <p:nvPr/>
        </p:nvSpPr>
        <p:spPr>
          <a:xfrm>
            <a:off x="50292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52120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Average Roll Over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2120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4.64</a:t>
            </a:r>
            <a:endParaRPr lang="en-US" sz="4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</a:rPr>
              <a:t>Additional Metrics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Average Bins Available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12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Max Bins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42</a:t>
            </a:r>
            <a:endParaRPr lang="en-US" sz="4200" dirty="0"/>
          </a:p>
        </p:txBody>
      </p:sp>
      <p:sp>
        <p:nvSpPr>
          <p:cNvPr id="9" name="Shape 7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Min Bins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0</a:t>
            </a:r>
            <a:endParaRPr lang="en-US" sz="4200" dirty="0"/>
          </a:p>
        </p:txBody>
      </p:sp>
      <p:sp>
        <p:nvSpPr>
          <p:cNvPr id="12" name="Shape 10"/>
          <p:cNvSpPr/>
          <p:nvPr/>
        </p:nvSpPr>
        <p:spPr>
          <a:xfrm>
            <a:off x="50292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52120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Loaded vs Drop Total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2120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71,810</a:t>
            </a:r>
            <a:endParaRPr lang="en-US" sz="4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🏆 Loader of the Month 🏆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April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BE881"/>
                </a:solidFill>
              </a:rPr>
              <a:t>Yoslandy Perez-Garcia</a:t>
            </a:r>
            <a:endParaRPr lang="en-US" sz="4800" dirty="0"/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Outstanding loading performance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Consistent high productivity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Excellent safety record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Strong team collaboration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🏆 Picker of the Month 🏆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April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BE881"/>
                </a:solidFill>
              </a:rPr>
              <a:t>Makaela Culler</a:t>
            </a:r>
            <a:endParaRPr lang="en-US" sz="4800" dirty="0"/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Exceptional picking accuracy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Exceeded productivity targets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Outstanding efficiency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Demonstrated excellence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🏆 Putaway of the Month 🏆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April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BE881"/>
                </a:solidFill>
              </a:rPr>
              <a:t>Roderick Myles</a:t>
            </a:r>
            <a:endParaRPr lang="en-US" sz="4800" dirty="0"/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Superior putaway performance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Maintained quality standards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Excellent organization skills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Consistent high achievement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🌟 Employee of the Month 🌟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April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BE881"/>
                </a:solidFill>
              </a:rPr>
              <a:t>Charles Smith</a:t>
            </a:r>
            <a:endParaRPr lang="en-US" sz="4800" dirty="0"/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Exceptional overall performance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Outstanding work ethic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Strong leadership qualities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Commitment to excellence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Efficiency (1 of 3)</a:t>
            </a:r>
            <a:endParaRPr lang="en-US" sz="2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Hours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Tires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Tires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William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Rhone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123.75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56,327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455.17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Jose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Pulido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153.25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67,000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437.19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Malachi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Burgess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109.75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8,080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428.97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Pedro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Lopez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131.25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56,122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427.60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Lucas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Juarez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140.5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59,842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425.92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Malcolm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Davis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155.5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66,053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424.78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Yoslandy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Perez-Garcia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92.15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38,889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422.02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Carlos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Martinez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121.5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49,663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408.75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Alexander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Cruz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85,462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401.23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Travis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Whitt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133.5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53,518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400.88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Fermin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Flores Trejo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125.25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50,010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399.28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Orji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Kalu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65,859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318.74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Efficiency (2 of 3)</a:t>
            </a:r>
            <a:endParaRPr lang="en-US" sz="26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Hours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Tires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Tires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Levonta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Grooms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129.75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50,307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387.72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Juan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Estrada Suarez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78.5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30,186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384.54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Jacob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Lyles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104.25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39,914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382.87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Bralen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Keisler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17,981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374.60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Denzell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Kitching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107.25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39,469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368.01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Michael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Williams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83.75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29,348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350.42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Erik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Gonzalez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140.5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49,041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349.05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Ernest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Curry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117.5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40,301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342.99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Daniel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Anderson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37,362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342.77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Steven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Ndukwe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105.25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34,499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327.78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Jasir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Brown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55.25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17,988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325.57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Kevin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Suarez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134.64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42,773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323.43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Efficiency (3 of 3)</a:t>
            </a:r>
            <a:endParaRPr lang="en-US" sz="26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Hours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Tires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Tires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Elder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Ndukwe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134.64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42,712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322.18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99.5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Alton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Dennison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176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55,929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317.78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Willis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Mayes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104.75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32,658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311.77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Sekwan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Gonder Jr.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124.64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37,275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304.91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Ammar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McRiney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117.5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35,611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303.07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Akeem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Pierce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30,025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301.76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Stanley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Green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31,402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293.48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Michael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Jenkins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140.75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39,339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279.50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Totals (1 of 3)</a:t>
            </a:r>
            <a:endParaRPr lang="en-US" sz="26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85,462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66,841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Yoslandy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20,426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26,690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18,621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Davis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19,725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Perez-Garcia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5,48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18,160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19,540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67,000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Alexander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Cruz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7,823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18,160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19,260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66,053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Orji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Totals (2 of 3)</a:t>
            </a:r>
            <a:endParaRPr lang="en-US" sz="26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Levonta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Grooms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Stanley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Green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10,502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6,783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11,777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50,307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William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Rhone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11,911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8,734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3,555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50,010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Carlos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Martinez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17,742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8,435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14,226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49,663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Erik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Totals (3 of 3)</a:t>
            </a:r>
            <a:endParaRPr lang="en-US" sz="26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Denzell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Kitching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Juan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Estrada Suarez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8,720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8,203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15,673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39,469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Sekwan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Jenkins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6,873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5,767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12,267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39,339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Jose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Pulido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11,226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7,395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7,319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38,889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Steven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Efficiency (1 of 2)</a:t>
            </a:r>
            <a:endParaRPr lang="en-US" sz="26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402080"/>
                <a:gridCol w="1402080"/>
                <a:gridCol w="1402080"/>
                <a:gridCol w="1402080"/>
                <a:gridCol w="1402080"/>
                <a:gridCol w="140208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Pallets Picked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Travis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Abney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168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2,338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13.92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Makaela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Culler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174.25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2,318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13.30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Akeem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Jaylon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174.25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2,313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13.27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Austin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Hickox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136.25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1,775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13.03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Jones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Williams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129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1,617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12.53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George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Harris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184.64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2,276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12.49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Thomas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Bouknight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1,585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11.65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Bendrix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Hook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180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2,084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11.58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10.60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Efficiency (2 of 2)</a:t>
            </a:r>
            <a:endParaRPr lang="en-US" sz="26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402080"/>
                <a:gridCol w="1402080"/>
                <a:gridCol w="1402080"/>
                <a:gridCol w="1402080"/>
                <a:gridCol w="1402080"/>
                <a:gridCol w="140208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Pallets Picked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9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Gregory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Brown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84.5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11.54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David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Kearse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131.5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1,486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11.30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Calloway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170.25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180.25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1,983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11.00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Zavius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Avalos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173.5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1,894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10.92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Joshua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Smith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149.25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1,627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10.90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Desmond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Threatt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74.75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797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10.66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Johnathan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Ledell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1,192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10.46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Armando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Jaren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Martinez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1,607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9.44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8.72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Totals (1 of 2)</a:t>
            </a:r>
            <a:endParaRPr lang="en-US" sz="26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1: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Zavius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Calloway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Bendrix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Hook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537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369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2,338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Austin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Hickox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485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736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714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2,318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Thomas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Jones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878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785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Totals (2 of 2)</a:t>
            </a:r>
            <a:endParaRPr lang="en-US" sz="26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1: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Jaylon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Williams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Johnathan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Smith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364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445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482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1,627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Akeem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Bouknight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757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289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453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1,617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Zavius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Calloway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459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542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Efficiency (1 of 2)</a:t>
            </a:r>
            <a:endParaRPr lang="en-US" sz="26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682496"/>
                <a:gridCol w="1682496"/>
                <a:gridCol w="1682496"/>
                <a:gridCol w="1682496"/>
                <a:gridCol w="1682496"/>
              </a:tblGrid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Roderick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Cabalbag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164.75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2,105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12.78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Dakota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Grubbs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143.75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1,704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11.85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Gabriel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Myles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93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1,041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11.19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Kyietcha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Brown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128.5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1,431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11.14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William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Butler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160.75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1,698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10.56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Keyton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Washington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149.5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1,513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10.12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Efficiency (2 of 2)</a:t>
            </a:r>
            <a:endParaRPr lang="en-US" sz="26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682496"/>
                <a:gridCol w="1682496"/>
                <a:gridCol w="1682496"/>
                <a:gridCol w="1682496"/>
                <a:gridCol w="1682496"/>
              </a:tblGrid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14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Anthony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Rogers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184.75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1,625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8.80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Tyreak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7.64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164.5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1,386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8.43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Michael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Quattlebaum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144.5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1,175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8.13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Daquan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Orta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91.25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698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Adams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Virgil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Calvin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140.5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1,073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7.65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Christopher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Brice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95.25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681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7.15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Totals (1 of 2)</a:t>
            </a:r>
            <a:endParaRPr lang="en-US" sz="26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</a:tblGrid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3: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5: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Dakota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Grubbs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412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780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382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2,105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Roderick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Myles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386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Totals (2 of 2)</a:t>
            </a:r>
            <a:endParaRPr lang="en-US" sz="26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</a:tblGrid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3: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5: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524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Ames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Daquan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408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1,386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Patrick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Adams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Bin Maker/Cons Efficiency</a:t>
            </a:r>
            <a:endParaRPr lang="en-US" sz="26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Moves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Pallets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12 hr. Projection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Rodney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Betancourt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115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641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5.57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66.89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Trynatee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Douse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154.75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710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4.59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55.06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Bryan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Morant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165.5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749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4.53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54.31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Terence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Smith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298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4.52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54.18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Wayne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Amerson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119.75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4.33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51.91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Terrance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Shiver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215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817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3.80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45.60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MAU US5 Warehouse Dashboard</dc:title>
  <dc:subject>PptxGenJS Presentation</dc:subject>
  <dc:creator>MAU US5 Warehouse</dc:creator>
  <cp:lastModifiedBy>MAU US5 Warehouse</cp:lastModifiedBy>
  <cp:revision>1</cp:revision>
  <dcterms:created xsi:type="dcterms:W3CDTF">2026-04-01T15:36:25Z</dcterms:created>
  <dcterms:modified xsi:type="dcterms:W3CDTF">2026-04-01T15:36:25Z</dcterms:modified>
</cp:coreProperties>
</file>