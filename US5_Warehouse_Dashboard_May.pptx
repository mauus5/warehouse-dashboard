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928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353,337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14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25,238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7351/day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20,365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17,761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6.5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47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59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102,914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Alex Cruz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Zavius Calloway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Terrance Shiver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443.87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419.35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20610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411.87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24562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402.66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384.61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23250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370.52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32688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368.32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359.54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36576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21117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340.6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339.28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18110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336.93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317.11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19811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314.97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20037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314.31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26089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309.66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294.44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294.04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292.38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274.19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271.35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235.4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37173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16900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36576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22115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19365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15614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26089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24562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23250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21117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20037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19811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18110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