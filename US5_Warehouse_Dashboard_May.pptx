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895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265,790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12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22,149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5,984/day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27,867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21,529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4.64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12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42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71,810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Yoslandy Perez-Garcia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Makaela Culler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Roderick Myles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Charles Smith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21,146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480.59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450.53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449.53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442.22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436.18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434.87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14,406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433.26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428.57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11,931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384.87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2,727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376.14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374.74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368.15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8,826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356.61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355.23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12,412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349.63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348.43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10,561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346.26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6,531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343.74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14,981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336.65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14,628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328.72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15,612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328.67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327.45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313.47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6,875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312.50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307.19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300.44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249.98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249.98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Keyton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Keyton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