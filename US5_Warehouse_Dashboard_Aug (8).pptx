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1,021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342,861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24,490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5,503/day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14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27,116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pickers  ·  August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21,223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staff  ·  August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5.6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4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MIXED PERIOD  ·  SEE SUBLABELS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77,047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14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60116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97392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42933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66070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377.6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61696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56363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300.9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40662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273.8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97,392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72,631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67,864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66,070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61,696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56,363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18549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12029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46,691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42,933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3,106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2,757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