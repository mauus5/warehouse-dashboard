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1,036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712,019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24,552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6,110/day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29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26,134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pickers  ·  September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17,174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11 staff  ·  September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4.8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7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177,196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29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56502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70860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376.7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374.3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52774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35410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324.9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39938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47964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290.7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29439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32809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151.75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28529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77,207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76,911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73,559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70,860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19866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56,502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52,774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10709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52,585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47,964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41,872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38,320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37,083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32,809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29,439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28,529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2,536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