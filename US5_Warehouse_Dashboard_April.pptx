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532,845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21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25,373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989/day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20,665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16,210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3.71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96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7,912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Lucas Juarez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Zavius Calloway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Dakota Grubbs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Jonathan Ermel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43,147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38,799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442.15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32,114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438.42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42,519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436.09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45,243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429.86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40,403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29,062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393.76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24,200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391.90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28,662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389.96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56,599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389.00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30,186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34,897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378.29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32,596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373.59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25,940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370.57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9,605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355.74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43,341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36,494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348.39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30,899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334.04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32,606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31,819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31,758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29,975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313.66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27,121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312.63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28,057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312.61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36,827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302.48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11,001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19,315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291.55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24,907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238.34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20,426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17,129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56,599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45,243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12,508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16,936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36,827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15,456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12,567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36,494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11,488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11,485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34,897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12,401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30,186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6,601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8,996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29,975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29,062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Akeem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1,856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1,935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1,588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1,155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1,856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1,574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Christopher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75.63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58.68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53.11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52.56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