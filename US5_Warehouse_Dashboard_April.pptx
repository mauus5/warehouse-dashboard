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ECDC4"/>
                </a:solidFill>
              </a:rPr>
              <a:t>MAU US5 Warehouse Dashboard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Key Performance Indicators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Safety &amp; Loader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Days Without OSHA Recordable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</a:rPr>
              <a:t>854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Total Tires Loaded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298,520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12 days tracked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Average Per Day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24,876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Loaded vs Drop Avg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979/day</a:t>
            </a:r>
            <a:endParaRPr lang="en-US" sz="4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Warehouse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Pallets Picked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6,942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16 pickers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Pallets Putaway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5,683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17 staff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Late Loads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</a:rPr>
              <a:t>0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Average Roll Over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3.67</a:t>
            </a:r>
            <a:endParaRPr lang="en-US" sz="4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Additional 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Average Bins Available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36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Max Bins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58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Min Bins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9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Loaded vs Drop Total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6,854</a:t>
            </a:r>
            <a:endParaRPr lang="en-US" sz="4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</a:rPr>
              <a:t>🏆 Loader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March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BE881"/>
                </a:solidFill>
              </a:rPr>
              <a:t>Lucas Juarez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Outstanding loading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Consistent high productivity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Excellent safety record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Strong team collaboration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</a:rPr>
              <a:t>🏆 Picker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March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BE881"/>
                </a:solidFill>
              </a:rPr>
              <a:t>Zavius Calloway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Exceptional picking accuracy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Exceeded productivity targets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Outstanding efficiency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Demonstrated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</a:rPr>
              <a:t>🏆 Putaway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March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BE881"/>
                </a:solidFill>
              </a:rPr>
              <a:t>Dakota Grubbs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Superior putaway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Maintained quality standards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Excellent organization skills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Consistent high achievement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</a:rPr>
              <a:t>🌟 Employee of the Month 🌟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March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BE881"/>
                </a:solidFill>
              </a:rPr>
              <a:t>Jonathan Ermel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Exceptional overall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Outstanding work ethic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Strong leadership qualities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Commitment to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(1 of 3)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Juan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Estrada Suarez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23,928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443.11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Malachi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Burgess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54.5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23,928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439.05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Levonta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Grooms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54.25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23,607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435.15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Pedro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Lopez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25,983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425.95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Lucas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Juarez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49.5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20,645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417.07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Jacob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Lyles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14,551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415.74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Yoslandy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Perez-Garcia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41.75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17,285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414.01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Rhone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20,645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412.90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Alexander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Cruz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26,221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409.70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Denzell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Kitching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41.75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16,923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405.34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Fermin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Flores Trejo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73.75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29,144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395.17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Jasir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Anderson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2,734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390.57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(2 of 3)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Erik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Gonzalez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30,774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389.54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Carlos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Martinez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67.25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26,177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389.25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Bralen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Keisler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61.75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23,927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387.48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Malcolm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103.75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40,151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387.00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Whitt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60.75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23,412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385.38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Pulido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48.75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18,621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381.97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Orji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Kalu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98.75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37,303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377.75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Ernest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Curry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5,832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370.29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Mayes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62.75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22,346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356.11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Steven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Gonder Jr.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48.25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16,554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343.09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64.25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21,968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341.91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Kevin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Suarez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61.75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20,979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339.74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(3 of 3)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Elder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Ndukwe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64.75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21,855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337.53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Daniel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Ndukwe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21,794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335.29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Sendarian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Owens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11,208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327.24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Ammar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McRiney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14,461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321.36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51.5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Mariel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Snipes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11,290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313.61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Akeem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Pierce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16,094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312.50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Stanley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Green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19,891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284.16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12,699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280.64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(1 of 3)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1: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2: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3: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4: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Orji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Kalu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Orji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Kalu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20,174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40,151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Malcolm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37,303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19,725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Erik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Gonzalez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30,774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18,794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Fermin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Flores Trejo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26,221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29,144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Juan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Estrada Suarez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16,743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16,743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(2 of 3)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1: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2: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3: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4: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Ernest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Curry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Kevin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Suarez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15,456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23,927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Yoslandy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Perez-Garcia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5,447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23,607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Whitt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11,924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23,412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Kevin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Suarez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13,358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22,346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Steven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14,378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21,968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(3 of 3)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1: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2: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3: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4: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Rhone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Alexander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Cruz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11,911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20,645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Levonta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Grooms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10,502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19,891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Pulido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11,226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18,621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Stanley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Green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17,285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7,383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Denzell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Kitching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8,720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16,923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Efficiency (1 of 2)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George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88.75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69.75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1,046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15.00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David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Jaylon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Williams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1,221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13.76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Travis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Abney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80.75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1,072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13.28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Austin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Hickox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83.5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1,071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12.83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Jones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Harris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906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12.24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Makaela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Culler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1,123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11.95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Thomas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Kearse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51.75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605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11.69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Bendrix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Hook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63.75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11.36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10.60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Efficiency (2 of 2)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Akeem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Bouknight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10.81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Zavius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Calloway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80.75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10.59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Threatt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57.25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102.5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1,017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9.92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Joshua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Desmond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73.25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Avalos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52.5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Armando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Johnathan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Ermel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9.05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Ledell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Gregory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Jaren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Martinez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8.31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8.72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Totals (1 of 2)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2: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3: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4: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Zavius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Calloway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Austin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Hickox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1,221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Thomas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Jones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1,123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1,072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Makaela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Culler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1,071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Jaylon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672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Totals (2 of 2)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2: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3: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4: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Akeem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Bouknight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George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Harris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Armando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Avalos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Armando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Avalos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David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Kearse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Efficiency (1 of 2)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Roderick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Lynch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82.25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1,192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14.49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Dakota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Grubbs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682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12.40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Donald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Myles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982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11.69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Gabriel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Cabalbag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80.25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11.51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Butler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56.5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11.27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Keyton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Washington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50.25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558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11.10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Efficiency (2 of 2)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60.25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64.75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7.53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82.75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8.39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7.60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60.25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Tyreak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Rogers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Daquan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Orta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93.25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Adams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Virgil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Calvin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Lamar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Washington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7.27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Christopher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Brice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57.75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7.26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Totals (1 of 2)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1: 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2: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4: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5: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1,192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Donald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Lynch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695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982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Gabriel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Cabalbag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Totals (2 of 2)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1: 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2: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4: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5: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Patrick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Ames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652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Butler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Lamar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Washington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Bin Maker/Cons Efficiency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Moves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Rodney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Betancourt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73.5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5.01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60.08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Trynatee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Douse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49.5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4.87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58.42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Bryan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Morant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4.68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56.13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Terence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Smith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4.55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54.64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Wayne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Amerson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91.75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4.11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49.31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Terrance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Shiver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94.75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3.24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38.88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MAU US5 Warehouse Dashboard</dc:title>
  <dc:subject>PptxGenJS Presentation</dc:subject>
  <dc:creator>MAU US5 Warehouse</dc:creator>
  <cp:lastModifiedBy>MAU US5 Warehouse</cp:lastModifiedBy>
  <cp:revision>1</cp:revision>
  <dcterms:created xsi:type="dcterms:W3CDTF">2026-04-01T15:36:25Z</dcterms:created>
  <dcterms:modified xsi:type="dcterms:W3CDTF">2026-04-01T15:36:25Z</dcterms:modified>
</cp:coreProperties>
</file>