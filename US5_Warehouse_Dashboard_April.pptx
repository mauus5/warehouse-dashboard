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630,213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25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25,208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27,867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21,529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3.20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7,912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47,080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59,842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29,348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40,301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55,929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37,275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35,611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2,276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