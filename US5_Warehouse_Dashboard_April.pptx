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MAU 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854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654,198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26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25,161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989/day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27,867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21,529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3.23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50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96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9,298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Loader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Lucas Juarez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loading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productivity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safety record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team collaboration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Picker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Zavius Calloway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picking accuracy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Exceeded productivity targets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efficiency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Demonstrated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🏆 Putaway of the Month 🏆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Dakota Grubbs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Superior putaway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Maintained quality standards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Excellent organization skills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Consistent high achievement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ECDC4"/>
                </a:solidFill>
              </a:rPr>
              <a:t>🌟 Employee of the Month 🌟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March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E881"/>
                </a:solidFill>
              </a:rPr>
              <a:t>Jonathan Ermel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1828800" y="3200400"/>
            <a:ext cx="5486400" cy="2286000"/>
          </a:xfrm>
          <a:prstGeom prst="rect">
            <a:avLst/>
          </a:prstGeom>
          <a:solidFill>
            <a:srgbClr val="283846"/>
          </a:solidFill>
          <a:ln w="38100">
            <a:solidFill>
              <a:srgbClr val="4ECDC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11680" y="33832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CDC4"/>
                </a:solidFill>
              </a:rPr>
              <a:t>Key Accomplishments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03120" y="3840480"/>
            <a:ext cx="4937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Exceptional overall performance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Outstanding work ethic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Strong leadership qualities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• Commitment to excellence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(1 of 3)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56,327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455.17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153.25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437.19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47,080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428.97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56,122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427.60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59,842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425.92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66,053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424.78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92.15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422.02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49,663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85,462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401.23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53,518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400.88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50,010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399.28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65,859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396.74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(2 of 3)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387.72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30,186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384.54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39,914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382.87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17,981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374.60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39,469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368.01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29,348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350.42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49,041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349.05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40,301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Daniel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37,362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342.77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34,499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17,988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3059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42,773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323.43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(3 of 3)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Elder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Ndukwe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42,712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322.96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55,929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317.78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32,658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311.77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37,275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Ammar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McRiney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117.5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35,611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303.07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30,025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301.76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31,402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293.48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279.50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3)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85,462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66,841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20,426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26,690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18,621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19,725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5,447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19,540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67,000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7,823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18,160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19,260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66,053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3)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10,502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6,783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11,777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50,307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11,911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8,734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3,555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50,010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17,742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8,435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49,663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(3 of 3)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8,720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8,203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15,673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39,469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6,873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5,767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12,267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39,339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11,226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7,395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7,319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38,889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(1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Travis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Abney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Makaela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Culler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174.25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2,313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136.25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13.03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George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Harris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182.25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2,276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2,084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(2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402080"/>
                <a:gridCol w="1402080"/>
                <a:gridCol w="1402080"/>
                <a:gridCol w="1402080"/>
                <a:gridCol w="1402080"/>
                <a:gridCol w="140208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11.54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131.5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11.30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180.25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1,983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173.5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1,894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149.25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1,192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10.46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1,607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9.44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(1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537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2,338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736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2,318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(2 of 2)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3: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445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(1 of 2)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Roderick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Cabalbag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12.78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143.75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1,704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11.85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Gabriel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1,041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11.19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Kyietcha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Brown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1,431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11.14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160.75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10.56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1,513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10.12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(2 of 2)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682496"/>
                <a:gridCol w="1682496"/>
                <a:gridCol w="1682496"/>
                <a:gridCol w="1682496"/>
                <a:gridCol w="1682496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184.75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1,625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8.43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144.5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1,175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8.13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91.25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140.5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1,073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7.65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Christopher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Brice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95.25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681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7.15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A8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(1 of 2)</a:t>
            </a:r>
            <a:endParaRPr lang="en-US" sz="26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412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780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2,105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(2 of 2)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1: 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2: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4: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 xml:space="preserve">Week 5: 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128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Daquan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150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1,386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/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Rodney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Betancourt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641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5.57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66.89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030A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Trynatee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Douse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154.75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710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55.06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Bryan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Morant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165.5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749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4.53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54.31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298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54.18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119.75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4.33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51.91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D0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3.80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45.60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MAU US5 Warehouse Dashboard</dc:title>
  <dc:subject>PptxGenJS Presentation</dc:subject>
  <dc:creator>MAU US5 Warehouse</dc:creator>
  <cp:lastModifiedBy>MAU US5 Warehouse</cp:lastModifiedBy>
  <cp:revision>1</cp:revision>
  <dcterms:created xsi:type="dcterms:W3CDTF">2026-04-01T15:36:25Z</dcterms:created>
  <dcterms:modified xsi:type="dcterms:W3CDTF">2026-04-01T15:36:25Z</dcterms:modified>
</cp:coreProperties>
</file>