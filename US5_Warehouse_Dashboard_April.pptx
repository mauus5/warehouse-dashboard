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204,794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25,599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975/day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2.50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4,876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413.09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392.60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338.18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330.87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324.19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Sendarian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Owens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286.19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281.26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65.32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