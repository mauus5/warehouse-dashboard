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854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506,644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20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25,332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989/day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20,665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16,210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3.90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51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96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7,912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Lucas Juarez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Zavius Calloway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Dakota Grubbs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Jonathan Ermel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43,147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454.18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87.75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38,799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442.15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73.25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32,114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438.42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42,519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436.09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45,243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429.86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40,617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428.68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145.5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40,403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399.04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73.25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29,062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396.75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393.76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61.75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24,200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391.90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73.5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28,662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389.96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56,599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389.00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30,186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384.54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34,897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378.29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32,596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373.59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25,940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370.57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9,605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355.74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43,341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Elder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36,494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348.39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92.5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30,899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334.04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32,606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328.52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98.25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31,819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323.86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Daniel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98.25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31,758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323.24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29,975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318.04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21,742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19,290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313.66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86.75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27,121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312.63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McRiney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28,057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312.61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121.75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36,827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302.48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11,001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301.40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19,315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291.55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24,907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238.34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20,426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26,690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19,725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17,129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19,296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56,599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7,823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18,160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19,260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45,243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12,508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16,936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36,827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15,456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8,471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12,567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36,494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11,488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11,485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34,897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16,743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12,401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30,186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14,378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6,601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8,996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29,975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10,502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6,783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11,777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29,062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Akeem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1,856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1,499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Gregory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1,935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1,502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Abney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1,588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96.75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1,155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102.5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75.5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1,935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1,856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Lynch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1,574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1,278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Donald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1,283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75.5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95.75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96.5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Christopher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Brice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1,574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Donald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Lynch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Betancourt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84.25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6.30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75.63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Trynatee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Douse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120.25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58.68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Bryan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Morant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53.11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Terence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Smith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52.56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Wayne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50.69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41.34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