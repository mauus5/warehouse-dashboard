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854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176,357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7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25,194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975/day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6,942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5,683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2.71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31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58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4,876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Lucas Juarez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Zavius Calloway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Dakota Grubbs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Jonathan Ermel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452.47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443.77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436.00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418.39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413.09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411.96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411.09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406.39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398.70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395.66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393.95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392.60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2,734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389.37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15,456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388.83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7,768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388.40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380.64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5,832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370.29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367.45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13,358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338.18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Elder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7,031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330.87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6,970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324.19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Sendarian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Owens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305.47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McRiney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4,579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286.19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281.26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274.33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7,957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272.03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13,358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13,358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13,358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7,768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7,768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McRiney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Culler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15.45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14.36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13.67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Christopher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Brice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66.29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65.32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62.72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