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443,399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19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23,336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6,191/day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20,036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20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15,927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3.71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110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117,645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Employee of the Month - February 2026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Loader of the Month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Malachi Burgess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Picker of the Month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Austin Hickox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Putaway of the Month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Donald Lynch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498.08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5976.91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5860.1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5274.99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435.21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5222.54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426.04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5112.42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425.97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5111.61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5081.72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422.81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5073.78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5052.27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4908.03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4897.62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4884.17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4797.32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4747.38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4516.55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3943.65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3935.86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3817.72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3718.69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3292.18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3204.41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3091.46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3083.19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3075.94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1144.67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183.12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163.06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160.63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146.39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145.28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132.29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125.47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(1 of 2)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(2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123.74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115.17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113.16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108.74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93.21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(1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(2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2026-03-23T19:12:02Z</dcterms:created>
  <dcterms:modified xsi:type="dcterms:W3CDTF">2026-03-23T19:12:02Z</dcterms:modified>
</cp:coreProperties>
</file>