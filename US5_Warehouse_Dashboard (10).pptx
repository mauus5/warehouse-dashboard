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530,506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23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23,065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5,600/day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3.68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108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75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128,818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Malachi Burgess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productivity and consistency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safety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daily loading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Positive team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Austin Hickox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goals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Exemplary teamwork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Zero errors in placement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Leadership and mentorship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183.12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163.06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160.63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146.39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145.28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123.74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2026-03-24T15:13:15Z</dcterms:created>
  <dcterms:modified xsi:type="dcterms:W3CDTF">2026-03-24T15:13:15Z</dcterms:modified>
</cp:coreProperties>
</file>