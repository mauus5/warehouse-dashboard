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854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630,213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25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25,208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989/day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27,867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16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21,529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16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3.20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50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96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9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7,912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March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Lucas Juarez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March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Zavius Calloway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March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Dakota Grubbs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March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Jonathan Ermel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123.75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56,327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455.17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153.25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437.19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47,080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428.97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56,122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427.60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140.5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59,842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425.92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66,053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424.78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92.15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38,889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422.02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49,663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85,462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401.23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53,518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400.88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50,010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399.28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65,859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396.74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50,307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387.72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78.5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30,186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384.54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39,914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382.87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17,981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374.60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39,469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368.01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29,348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350.42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140.5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49,041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349.05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40,301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342.99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Steven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37,362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342.77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34,499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17,988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325.57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Elder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42,773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323.43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Daniel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42,712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322.96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55,929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317.78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32,658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311.77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37,275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McRiney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35,611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303.07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30,025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301.76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Alton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Dennison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31,402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293.48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Sekwan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Jenkins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39,339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279.50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39,339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279.50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Malcolm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19,725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20,426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26,690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18,621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85,462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5,447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18,160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19,540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23,853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67,000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18,160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19,260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20,810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66,053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Orji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Kalu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20,174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17,129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19,296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9,260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65,859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5,769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18,159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18,591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17,323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59,842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Malachi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Burgess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11,911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8,734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11,469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24,213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56,327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Lopez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5,769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18,159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14,871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17,323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56,122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7,383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12,508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16,936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19,102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55,929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Travis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Whitt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11,924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11,488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11,485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18,621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53,518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10,502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6,783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11,777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21,245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50,307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11,911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8,734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3,555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25,810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50,010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17,742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8,435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14,226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9,260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49,663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Erik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Gonzalez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18,794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11,980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12,567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5,700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49,041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16,743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9,478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14,396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6,463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47,080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Elder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Ndukwe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7,031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14,824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9,964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10,954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42,773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Daniel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Ndukwe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6,970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14,824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9,964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10,954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42,712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15,456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8,471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12,567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3,807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40,301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Jacob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Lyles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7,768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6,783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14,111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11,252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39,914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8,720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8,203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15,673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6,873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39,469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6,873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5,767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12,267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14,432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39,339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11,226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7,395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7,319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12,949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38,889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Steven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Brown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14,378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7,590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8,931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6,463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37,362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10,105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6,449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11,503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9,218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37,275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Ammar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McRiney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7,157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12,660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8,490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35,611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Suarez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13,358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8,988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10,260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1,893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34,499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14,378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6,601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8,996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2,683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32,658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Alton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Dennison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7,408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4,358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7,549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12,087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31,402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PPH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2,338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174.25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2,318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174.25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2,313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1,775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1,617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182.25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2,276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1,585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2,084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PPH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180.25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1,983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149.25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1,627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1,192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170.25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1,607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369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596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836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Hickox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736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485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714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383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2,318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Jones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193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785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457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2,313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Makaela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Culler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447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487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666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2,276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Travis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672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400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516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496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2,084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183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834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645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321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1,983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Armando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Avalos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267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444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329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854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402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431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620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1,775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445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482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336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1,627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Williams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757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289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453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118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1,617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396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542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210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1,607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Akeem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Bouknight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233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539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419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1,585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475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352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659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1,486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294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182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333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383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1,192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David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Kearse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251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354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188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182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100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283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262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797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PPH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143.75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11.85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11.19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128.5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11.14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10.12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PPH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Christopher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140.5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Dakota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Grubbs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780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382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531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2,105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Roderick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Myles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296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596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426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1,704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Gabriel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Cabalbag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328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415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1,698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Donald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429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219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1,630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Michael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Orta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334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368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448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475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1,625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Kyietcha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340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305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1,513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7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Lamar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Washington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211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372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502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1,436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408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150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488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385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1,431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390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303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389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1,386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Patrick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Ames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524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128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349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1,202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Virgil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329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408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1,175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Tashan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Charles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162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336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281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352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1,131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Christopher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171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1,073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15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William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Butler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423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214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>196</a:t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  <a:r>
                      <a:rPr lang="en-US" sz="1000" dirty="0">
                        <a:solidFill>
                          <a:srgbClr val="FFFFFF"/>
                        </a:solidFill>
                      </a:rPr>
                      <a:t/>
                    </a:r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5.57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66.89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Terrance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Shiver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55.06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Wayne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Amerson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54.31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Terence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Smith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54.18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Bryan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51.91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Rodney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Betancourt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45.60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